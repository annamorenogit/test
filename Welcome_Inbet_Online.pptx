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5"/>
  </p:notesMasterIdLst>
  <p:sldIdLst>
    <p:sldId id="256" r:id="rId2"/>
    <p:sldId id="258" r:id="rId3"/>
    <p:sldId id="259" r:id="rId4"/>
    <p:sldId id="273" r:id="rId5"/>
    <p:sldId id="284" r:id="rId6"/>
    <p:sldId id="266" r:id="rId7"/>
    <p:sldId id="267" r:id="rId8"/>
    <p:sldId id="269" r:id="rId9"/>
    <p:sldId id="285" r:id="rId10"/>
    <p:sldId id="270" r:id="rId11"/>
    <p:sldId id="271" r:id="rId12"/>
    <p:sldId id="272" r:id="rId13"/>
    <p:sldId id="286" r:id="rId14"/>
    <p:sldId id="287" r:id="rId15"/>
    <p:sldId id="288" r:id="rId16"/>
    <p:sldId id="289" r:id="rId17"/>
    <p:sldId id="291" r:id="rId18"/>
    <p:sldId id="279" r:id="rId19"/>
    <p:sldId id="280" r:id="rId20"/>
    <p:sldId id="263" r:id="rId21"/>
    <p:sldId id="262" r:id="rId22"/>
    <p:sldId id="290"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FAD2E6-3DA4-42DB-AF84-7F9948B82F35}" v="8" dt="2026-06-17T08:26:37.326"/>
    <p1510:client id="{8BAF1766-B896-4B10-81F9-909F74A5960A}" v="1" dt="2026-06-17T08:48:06.6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Koleva" userId="057c27db-495e-49e4-a744-f5cbc719aa45" providerId="ADAL" clId="{D929941C-9EEE-4BDC-A6C5-C11046D44598}"/>
    <pc:docChg chg="undo custSel modSld">
      <pc:chgData name="Adriana Koleva" userId="057c27db-495e-49e4-a744-f5cbc719aa45" providerId="ADAL" clId="{D929941C-9EEE-4BDC-A6C5-C11046D44598}" dt="2026-06-17T08:48:52.562" v="49" actId="1076"/>
      <pc:docMkLst>
        <pc:docMk/>
      </pc:docMkLst>
      <pc:sldChg chg="modSp mod">
        <pc:chgData name="Adriana Koleva" userId="057c27db-495e-49e4-a744-f5cbc719aa45" providerId="ADAL" clId="{D929941C-9EEE-4BDC-A6C5-C11046D44598}" dt="2026-06-17T08:26:44.918" v="6" actId="207"/>
        <pc:sldMkLst>
          <pc:docMk/>
          <pc:sldMk cId="3771421610" sldId="258"/>
        </pc:sldMkLst>
        <pc:graphicFrameChg chg="mod modGraphic">
          <ac:chgData name="Adriana Koleva" userId="057c27db-495e-49e4-a744-f5cbc719aa45" providerId="ADAL" clId="{D929941C-9EEE-4BDC-A6C5-C11046D44598}" dt="2026-06-17T08:26:44.918" v="6" actId="207"/>
          <ac:graphicFrameMkLst>
            <pc:docMk/>
            <pc:sldMk cId="3771421610" sldId="258"/>
            <ac:graphicFrameMk id="5" creationId="{D2361B99-735C-A050-2806-9D46486F8FD6}"/>
          </ac:graphicFrameMkLst>
        </pc:graphicFrameChg>
      </pc:sldChg>
      <pc:sldChg chg="addSp delSp modSp mod">
        <pc:chgData name="Adriana Koleva" userId="057c27db-495e-49e4-a744-f5cbc719aa45" providerId="ADAL" clId="{D929941C-9EEE-4BDC-A6C5-C11046D44598}" dt="2026-06-17T08:48:52.562" v="49" actId="1076"/>
        <pc:sldMkLst>
          <pc:docMk/>
          <pc:sldMk cId="2243142356" sldId="287"/>
        </pc:sldMkLst>
        <pc:spChg chg="mod">
          <ac:chgData name="Adriana Koleva" userId="057c27db-495e-49e4-a744-f5cbc719aa45" providerId="ADAL" clId="{D929941C-9EEE-4BDC-A6C5-C11046D44598}" dt="2026-06-17T08:47:48.652" v="18" actId="1076"/>
          <ac:spMkLst>
            <pc:docMk/>
            <pc:sldMk cId="2243142356" sldId="287"/>
            <ac:spMk id="4" creationId="{A55176D5-4ED4-FA06-5FBB-BAFC54595DB0}"/>
          </ac:spMkLst>
        </pc:spChg>
        <pc:spChg chg="add mod">
          <ac:chgData name="Adriana Koleva" userId="057c27db-495e-49e4-a744-f5cbc719aa45" providerId="ADAL" clId="{D929941C-9EEE-4BDC-A6C5-C11046D44598}" dt="2026-06-17T08:48:52.562" v="49" actId="1076"/>
          <ac:spMkLst>
            <pc:docMk/>
            <pc:sldMk cId="2243142356" sldId="287"/>
            <ac:spMk id="7" creationId="{3F7894F7-76A6-EDA5-C9C5-F414DF5D63FE}"/>
          </ac:spMkLst>
        </pc:spChg>
        <pc:spChg chg="add mod">
          <ac:chgData name="Adriana Koleva" userId="057c27db-495e-49e4-a744-f5cbc719aa45" providerId="ADAL" clId="{D929941C-9EEE-4BDC-A6C5-C11046D44598}" dt="2026-06-17T08:48:26.697" v="47" actId="1076"/>
          <ac:spMkLst>
            <pc:docMk/>
            <pc:sldMk cId="2243142356" sldId="287"/>
            <ac:spMk id="9" creationId="{1DF3FABF-E3CD-E4F8-8006-AC58683EDA90}"/>
          </ac:spMkLst>
        </pc:spChg>
        <pc:picChg chg="add del mod">
          <ac:chgData name="Adriana Koleva" userId="057c27db-495e-49e4-a744-f5cbc719aa45" providerId="ADAL" clId="{D929941C-9EEE-4BDC-A6C5-C11046D44598}" dt="2026-06-17T08:36:17.588" v="8" actId="931"/>
          <ac:picMkLst>
            <pc:docMk/>
            <pc:sldMk cId="2243142356" sldId="287"/>
            <ac:picMk id="6" creationId="{C737BAC8-7836-9F35-E35E-30A949FC52C2}"/>
          </ac:picMkLst>
        </pc:pic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hyperlink" Target="https://inbet.mx/sports" TargetMode="External"/><Relationship Id="rId1" Type="http://schemas.openxmlformats.org/officeDocument/2006/relationships/hyperlink" Target="https://inbet.com/sports" TargetMode="External"/></Relationships>
</file>

<file path=ppt/diagrams/_rels/data17.xml.rels><?xml version="1.0" encoding="UTF-8" standalone="yes"?>
<Relationships xmlns="http://schemas.openxmlformats.org/package/2006/relationships"><Relationship Id="rId1" Type="http://schemas.openxmlformats.org/officeDocument/2006/relationships/hyperlink" Target="https://inbet-team-o4nnjzwlbs0c.atlassian.net/wiki/spaces/CRM/pages/461176834/Jira+Tutorial+CRM" TargetMode="External"/></Relationships>
</file>

<file path=ppt/diagrams/_rels/drawing1.xml.rels><?xml version="1.0" encoding="UTF-8" standalone="yes"?>
<Relationships xmlns="http://schemas.openxmlformats.org/package/2006/relationships"><Relationship Id="rId2" Type="http://schemas.openxmlformats.org/officeDocument/2006/relationships/hyperlink" Target="https://inbet.mx/sports" TargetMode="External"/><Relationship Id="rId1" Type="http://schemas.openxmlformats.org/officeDocument/2006/relationships/hyperlink" Target="https://inbet.com/sports" TargetMode="External"/></Relationships>
</file>

<file path=ppt/diagrams/_rels/drawing17.xml.rels><?xml version="1.0" encoding="UTF-8" standalone="yes"?>
<Relationships xmlns="http://schemas.openxmlformats.org/package/2006/relationships"><Relationship Id="rId1" Type="http://schemas.openxmlformats.org/officeDocument/2006/relationships/hyperlink" Target="https://inbet-team-o4nnjzwlbs0c.atlassian.net/wiki/spaces/CRM/pages/461176834/Jira+Tutorial+CRM" TargetMode="Externa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DAAAE1-3FFC-43EC-A37C-AE01F7A07DA5}" type="doc">
      <dgm:prSet loTypeId="urn:microsoft.com/office/officeart/2005/8/layout/hList9" loCatId="list" qsTypeId="urn:microsoft.com/office/officeart/2005/8/quickstyle/3d1" qsCatId="3D" csTypeId="urn:microsoft.com/office/officeart/2005/8/colors/accent2_2" csCatId="accent2" phldr="1"/>
      <dgm:spPr/>
      <dgm:t>
        <a:bodyPr/>
        <a:lstStyle/>
        <a:p>
          <a:endParaRPr lang="en-US"/>
        </a:p>
      </dgm:t>
    </dgm:pt>
    <dgm:pt modelId="{EBD03908-8DB8-4939-99D5-86C5AE067850}">
      <dgm:prSet phldrT="[Text]"/>
      <dgm:spPr/>
      <dgm:t>
        <a:bodyPr/>
        <a:lstStyle/>
        <a:p>
          <a:r>
            <a:rPr lang="en-US" dirty="0" err="1">
              <a:solidFill>
                <a:srgbClr val="FFFF00"/>
              </a:solidFill>
            </a:rPr>
            <a:t>Inbet</a:t>
          </a:r>
          <a:r>
            <a:rPr lang="en-US" dirty="0"/>
            <a:t> Online</a:t>
          </a:r>
        </a:p>
      </dgm:t>
    </dgm:pt>
    <dgm:pt modelId="{84175406-8D0F-4601-B9EB-05CA44028C2F}" type="parTrans" cxnId="{C2A5F907-10D2-407F-949F-85491133EB2B}">
      <dgm:prSet/>
      <dgm:spPr/>
      <dgm:t>
        <a:bodyPr/>
        <a:lstStyle/>
        <a:p>
          <a:endParaRPr lang="en-US"/>
        </a:p>
      </dgm:t>
    </dgm:pt>
    <dgm:pt modelId="{9A099F84-9562-42DC-802D-15E73C342259}" type="sibTrans" cxnId="{C2A5F907-10D2-407F-949F-85491133EB2B}">
      <dgm:prSet/>
      <dgm:spPr/>
      <dgm:t>
        <a:bodyPr/>
        <a:lstStyle/>
        <a:p>
          <a:endParaRPr lang="en-US"/>
        </a:p>
      </dgm:t>
    </dgm:pt>
    <dgm:pt modelId="{2396258B-C7D2-4D09-802A-1A807E0E8D92}">
      <dgm:prSet phldrT="[Text]">
        <dgm:style>
          <a:lnRef idx="1">
            <a:schemeClr val="accent3"/>
          </a:lnRef>
          <a:fillRef idx="3">
            <a:schemeClr val="accent3"/>
          </a:fillRef>
          <a:effectRef idx="2">
            <a:schemeClr val="accent3"/>
          </a:effectRef>
          <a:fontRef idx="minor">
            <a:schemeClr val="lt1"/>
          </a:fontRef>
        </dgm:style>
      </dgm:prSet>
      <dgm:spPr/>
      <dgm:t>
        <a:bodyPr/>
        <a:lstStyle/>
        <a:p>
          <a:r>
            <a:rPr lang="en-US"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Inbet</a:t>
          </a:r>
          <a:r>
            <a:rPr lang="en-US" dirty="0">
              <a:hlinkClick xmlns:r="http://schemas.openxmlformats.org/officeDocument/2006/relationships" r:id="rId1"/>
            </a:rPr>
            <a:t>.com</a:t>
          </a:r>
          <a:endParaRPr lang="en-US" dirty="0"/>
        </a:p>
      </dgm:t>
    </dgm:pt>
    <dgm:pt modelId="{40A52E27-3982-4BA0-8746-94606C9194ED}" type="parTrans" cxnId="{83D992D6-A525-4FAA-8894-33C6E377AB3B}">
      <dgm:prSet/>
      <dgm:spPr/>
      <dgm:t>
        <a:bodyPr/>
        <a:lstStyle/>
        <a:p>
          <a:endParaRPr lang="en-US"/>
        </a:p>
      </dgm:t>
    </dgm:pt>
    <dgm:pt modelId="{DE6D729D-2C2F-482D-9B39-ED26E9107C49}" type="sibTrans" cxnId="{83D992D6-A525-4FAA-8894-33C6E377AB3B}">
      <dgm:prSet/>
      <dgm:spPr/>
      <dgm:t>
        <a:bodyPr/>
        <a:lstStyle/>
        <a:p>
          <a:endParaRPr lang="en-US"/>
        </a:p>
      </dgm:t>
    </dgm:pt>
    <dgm:pt modelId="{0604CCBB-3015-4541-AF70-C0600CE07CF8}">
      <dgm:prSet phldrT="[Text]"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err="1">
              <a:solidFill>
                <a:srgbClr val="F4EE00"/>
              </a:solidFill>
              <a:latin typeface="Trebuchet MS" panose="020B0603020202020204"/>
              <a:ea typeface="+mn-ea"/>
              <a:cs typeface="+mn-cs"/>
              <a:hlinkClick xmlns:r="http://schemas.openxmlformats.org/officeDocument/2006/relationships" r:id="rId2">
                <a:extLst>
                  <a:ext uri="{A12FA001-AC4F-418D-AE19-62706E023703}">
                    <ahyp:hlinkClr xmlns:ahyp="http://schemas.microsoft.com/office/drawing/2018/hyperlinkcolor" val="tx"/>
                  </a:ext>
                </a:extLst>
              </a:hlinkClick>
            </a:rPr>
            <a:t>Inbet</a:t>
          </a:r>
          <a:r>
            <a:rPr lang="bg-BG" sz="3000" kern="1200" dirty="0">
              <a:solidFill>
                <a:schemeClr val="tx2"/>
              </a:solidFill>
              <a:latin typeface="Trebuchet MS" panose="020B0603020202020204"/>
              <a:ea typeface="+mn-ea"/>
              <a:cs typeface="+mn-cs"/>
              <a:hlinkClick xmlns:r="http://schemas.openxmlformats.org/officeDocument/2006/relationships" r:id="rId2"/>
            </a:rPr>
            <a:t>.</a:t>
          </a:r>
          <a:r>
            <a:rPr lang="en-US" sz="3000" kern="1200" dirty="0">
              <a:solidFill>
                <a:schemeClr val="tx2"/>
              </a:solidFill>
              <a:latin typeface="Trebuchet MS" panose="020B0603020202020204"/>
              <a:ea typeface="+mn-ea"/>
              <a:cs typeface="+mn-cs"/>
              <a:hlinkClick xmlns:r="http://schemas.openxmlformats.org/officeDocument/2006/relationships" r:id="rId2"/>
            </a:rPr>
            <a:t>mx</a:t>
          </a:r>
          <a:endParaRPr lang="en-US" sz="3000" kern="1200" dirty="0">
            <a:solidFill>
              <a:schemeClr val="tx2"/>
            </a:solidFill>
            <a:latin typeface="Trebuchet MS" panose="020B0603020202020204"/>
            <a:ea typeface="+mn-ea"/>
            <a:cs typeface="+mn-cs"/>
          </a:endParaRPr>
        </a:p>
      </dgm:t>
    </dgm:pt>
    <dgm:pt modelId="{DB16512C-521A-46B2-A48F-D016BF06AD6A}" type="parTrans" cxnId="{7145F9B2-0F1B-4867-8D52-8E17EF12BA6F}">
      <dgm:prSet/>
      <dgm:spPr/>
      <dgm:t>
        <a:bodyPr/>
        <a:lstStyle/>
        <a:p>
          <a:endParaRPr lang="en-US"/>
        </a:p>
      </dgm:t>
    </dgm:pt>
    <dgm:pt modelId="{352BC997-A43A-4459-884D-B49AEC6F21FF}" type="sibTrans" cxnId="{7145F9B2-0F1B-4867-8D52-8E17EF12BA6F}">
      <dgm:prSet/>
      <dgm:spPr/>
      <dgm:t>
        <a:bodyPr/>
        <a:lstStyle/>
        <a:p>
          <a:endParaRPr lang="en-US"/>
        </a:p>
      </dgm:t>
    </dgm:pt>
    <dgm:pt modelId="{EE70B085-C120-4838-BFB0-6445A69806AF}">
      <dgm:prSet phldrT="[Text]"/>
      <dgm:spPr/>
      <dgm:t>
        <a:bodyPr/>
        <a:lstStyle/>
        <a:p>
          <a:r>
            <a:rPr lang="en-US" dirty="0" err="1">
              <a:solidFill>
                <a:srgbClr val="FFFF00"/>
              </a:solidFill>
            </a:rPr>
            <a:t>Inbet</a:t>
          </a:r>
          <a:r>
            <a:rPr lang="en-US" dirty="0"/>
            <a:t> Offline</a:t>
          </a:r>
        </a:p>
      </dgm:t>
    </dgm:pt>
    <dgm:pt modelId="{AAA0ECBD-0EE5-4535-815A-B8127E9DC71B}" type="parTrans" cxnId="{32E3F5E7-87EB-48A5-A7A8-17A91197BE34}">
      <dgm:prSet/>
      <dgm:spPr/>
      <dgm:t>
        <a:bodyPr/>
        <a:lstStyle/>
        <a:p>
          <a:endParaRPr lang="en-US"/>
        </a:p>
      </dgm:t>
    </dgm:pt>
    <dgm:pt modelId="{752D4306-6BF8-415E-8C7F-13646FD2967F}" type="sibTrans" cxnId="{32E3F5E7-87EB-48A5-A7A8-17A91197BE34}">
      <dgm:prSet/>
      <dgm:spPr/>
      <dgm:t>
        <a:bodyPr/>
        <a:lstStyle/>
        <a:p>
          <a:endParaRPr lang="en-US"/>
        </a:p>
      </dgm:t>
    </dgm:pt>
    <dgm:pt modelId="{0B7C6B73-5DF4-4366-8CAA-4FF48E722D90}">
      <dgm:prSet phldrT="[Text]"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Gaming halls</a:t>
          </a:r>
        </a:p>
      </dgm:t>
    </dgm:pt>
    <dgm:pt modelId="{30C2B754-967C-46E3-874F-E2BFF3F4429D}" type="parTrans" cxnId="{BA02ED2B-D78A-4A95-8850-DC8A63ACB2FA}">
      <dgm:prSet/>
      <dgm:spPr/>
      <dgm:t>
        <a:bodyPr/>
        <a:lstStyle/>
        <a:p>
          <a:endParaRPr lang="en-US"/>
        </a:p>
      </dgm:t>
    </dgm:pt>
    <dgm:pt modelId="{7871B9C5-7C30-4032-9C43-03A2326C4D8B}" type="sibTrans" cxnId="{BA02ED2B-D78A-4A95-8850-DC8A63ACB2FA}">
      <dgm:prSet/>
      <dgm:spPr/>
      <dgm:t>
        <a:bodyPr/>
        <a:lstStyle/>
        <a:p>
          <a:endParaRPr lang="en-US"/>
        </a:p>
      </dgm:t>
    </dgm:pt>
    <dgm:pt modelId="{27221B82-BE08-4E65-9F2B-5A35B73A7DE0}">
      <dgm:prSet phldrT="[Text]" phldr="0" custT="1">
        <dgm:style>
          <a:lnRef idx="1">
            <a:schemeClr val="accent3"/>
          </a:lnRef>
          <a:fillRef idx="3">
            <a:schemeClr val="accent3"/>
          </a:fillRef>
          <a:effectRef idx="2">
            <a:schemeClr val="accent3"/>
          </a:effectRef>
          <a:fontRef idx="minor">
            <a:schemeClr val="lt1"/>
          </a:fontRef>
        </dgm:style>
      </dgm:prSet>
      <dgm:spPr>
        <a:ln/>
      </dgm:spPr>
      <dgm:t>
        <a:bodyPr spcFirstLastPara="0" vert="horz" wrap="square" lIns="0" tIns="213360" rIns="213360" bIns="213360" numCol="1" spcCol="1270" anchor="ctr" anchorCtr="0"/>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Retails</a:t>
          </a:r>
        </a:p>
      </dgm:t>
    </dgm:pt>
    <dgm:pt modelId="{DD845EBC-CB8D-46BC-BF8A-BC4659094F70}" type="parTrans" cxnId="{B80BD172-9EDB-49AE-BEF5-90FF545A32E4}">
      <dgm:prSet/>
      <dgm:spPr/>
      <dgm:t>
        <a:bodyPr/>
        <a:lstStyle/>
        <a:p>
          <a:endParaRPr lang="en-US"/>
        </a:p>
      </dgm:t>
    </dgm:pt>
    <dgm:pt modelId="{B2B3029C-32B6-42BC-943F-01E8FE7D1F88}" type="sibTrans" cxnId="{B80BD172-9EDB-49AE-BEF5-90FF545A32E4}">
      <dgm:prSet/>
      <dgm:spPr/>
      <dgm:t>
        <a:bodyPr/>
        <a:lstStyle/>
        <a:p>
          <a:endParaRPr lang="en-US"/>
        </a:p>
      </dgm:t>
    </dgm:pt>
    <dgm:pt modelId="{A2EF95C6-1017-471D-A7CE-3D857BABB25A}" type="pres">
      <dgm:prSet presAssocID="{9DDAAAE1-3FFC-43EC-A37C-AE01F7A07DA5}" presName="list" presStyleCnt="0">
        <dgm:presLayoutVars>
          <dgm:dir/>
          <dgm:animLvl val="lvl"/>
        </dgm:presLayoutVars>
      </dgm:prSet>
      <dgm:spPr/>
    </dgm:pt>
    <dgm:pt modelId="{64D2ABEC-13A1-4A5C-A4E9-48AB70BBA23A}" type="pres">
      <dgm:prSet presAssocID="{EBD03908-8DB8-4939-99D5-86C5AE067850}" presName="posSpace" presStyleCnt="0"/>
      <dgm:spPr/>
    </dgm:pt>
    <dgm:pt modelId="{23793EFF-2A04-49BE-8B57-696780807C71}" type="pres">
      <dgm:prSet presAssocID="{EBD03908-8DB8-4939-99D5-86C5AE067850}" presName="vertFlow" presStyleCnt="0"/>
      <dgm:spPr/>
    </dgm:pt>
    <dgm:pt modelId="{009A8ADA-BAAA-4AFA-89DC-A3AB4D2CB097}" type="pres">
      <dgm:prSet presAssocID="{EBD03908-8DB8-4939-99D5-86C5AE067850}" presName="topSpace" presStyleCnt="0"/>
      <dgm:spPr/>
    </dgm:pt>
    <dgm:pt modelId="{77E64216-6E0B-4D71-9657-A022E606E94F}" type="pres">
      <dgm:prSet presAssocID="{EBD03908-8DB8-4939-99D5-86C5AE067850}" presName="firstComp" presStyleCnt="0"/>
      <dgm:spPr/>
    </dgm:pt>
    <dgm:pt modelId="{45A0C5AF-796B-4891-9EB7-A8C2C776A10F}" type="pres">
      <dgm:prSet presAssocID="{EBD03908-8DB8-4939-99D5-86C5AE067850}" presName="firstChild" presStyleLbl="bgAccFollowNode1" presStyleIdx="0" presStyleCnt="4"/>
      <dgm:spPr/>
    </dgm:pt>
    <dgm:pt modelId="{576996E8-F54D-4F6B-9F42-6E34DD6897DE}" type="pres">
      <dgm:prSet presAssocID="{EBD03908-8DB8-4939-99D5-86C5AE067850}" presName="firstChildTx" presStyleLbl="bgAccFollowNode1" presStyleIdx="0" presStyleCnt="4">
        <dgm:presLayoutVars>
          <dgm:bulletEnabled val="1"/>
        </dgm:presLayoutVars>
      </dgm:prSet>
      <dgm:spPr/>
    </dgm:pt>
    <dgm:pt modelId="{2FCC79D9-E3AD-4C6F-83CF-3DE3E0D3D0E2}" type="pres">
      <dgm:prSet presAssocID="{0604CCBB-3015-4541-AF70-C0600CE07CF8}" presName="comp" presStyleCnt="0"/>
      <dgm:spPr/>
    </dgm:pt>
    <dgm:pt modelId="{3CEB7BC0-4607-446C-8E53-DD29E652090E}" type="pres">
      <dgm:prSet presAssocID="{0604CCBB-3015-4541-AF70-C0600CE07CF8}" presName="child" presStyleLbl="bgAccFollowNode1" presStyleIdx="1" presStyleCnt="4"/>
      <dgm:spPr>
        <a:xfrm>
          <a:off x="1251859" y="2765746"/>
          <a:ext cx="2344487" cy="1563773"/>
        </a:xfrm>
        <a:prstGeom prst="rect">
          <a:avLst/>
        </a:prstGeom>
      </dgm:spPr>
    </dgm:pt>
    <dgm:pt modelId="{BE674DCC-3764-434B-9D2D-DCE360DA225D}" type="pres">
      <dgm:prSet presAssocID="{0604CCBB-3015-4541-AF70-C0600CE07CF8}" presName="childTx" presStyleLbl="bgAccFollowNode1" presStyleIdx="1" presStyleCnt="4">
        <dgm:presLayoutVars>
          <dgm:bulletEnabled val="1"/>
        </dgm:presLayoutVars>
      </dgm:prSet>
      <dgm:spPr/>
    </dgm:pt>
    <dgm:pt modelId="{C0E360D5-982C-4692-B94C-03FB0B932091}" type="pres">
      <dgm:prSet presAssocID="{EBD03908-8DB8-4939-99D5-86C5AE067850}" presName="negSpace" presStyleCnt="0"/>
      <dgm:spPr/>
    </dgm:pt>
    <dgm:pt modelId="{65825059-EA62-4A80-B67A-CDA867F80CF1}" type="pres">
      <dgm:prSet presAssocID="{EBD03908-8DB8-4939-99D5-86C5AE067850}" presName="circle" presStyleLbl="node1" presStyleIdx="0" presStyleCnt="2"/>
      <dgm:spPr/>
    </dgm:pt>
    <dgm:pt modelId="{57845C4C-3E8C-4157-86CE-ADDBCEE5217F}" type="pres">
      <dgm:prSet presAssocID="{9A099F84-9562-42DC-802D-15E73C342259}" presName="transSpace" presStyleCnt="0"/>
      <dgm:spPr/>
    </dgm:pt>
    <dgm:pt modelId="{54794665-4F17-4044-A8E1-4B635A49B8A6}" type="pres">
      <dgm:prSet presAssocID="{EE70B085-C120-4838-BFB0-6445A69806AF}" presName="posSpace" presStyleCnt="0"/>
      <dgm:spPr/>
    </dgm:pt>
    <dgm:pt modelId="{8046380B-45B2-4BB8-87CB-F9D2FB3C8198}" type="pres">
      <dgm:prSet presAssocID="{EE70B085-C120-4838-BFB0-6445A69806AF}" presName="vertFlow" presStyleCnt="0"/>
      <dgm:spPr/>
    </dgm:pt>
    <dgm:pt modelId="{5BED3764-4E0B-43A3-8383-BDFFD1DCD268}" type="pres">
      <dgm:prSet presAssocID="{EE70B085-C120-4838-BFB0-6445A69806AF}" presName="topSpace" presStyleCnt="0"/>
      <dgm:spPr/>
    </dgm:pt>
    <dgm:pt modelId="{247EC75E-BE22-4CF7-A7F8-50622D116F45}" type="pres">
      <dgm:prSet presAssocID="{EE70B085-C120-4838-BFB0-6445A69806AF}" presName="firstComp" presStyleCnt="0"/>
      <dgm:spPr/>
    </dgm:pt>
    <dgm:pt modelId="{1DD8956C-C880-437C-B147-99F803F98DC8}" type="pres">
      <dgm:prSet presAssocID="{EE70B085-C120-4838-BFB0-6445A69806AF}" presName="firstChild" presStyleLbl="bgAccFollowNode1" presStyleIdx="2" presStyleCnt="4" custLinFactNeighborX="1509"/>
      <dgm:spPr>
        <a:xfrm>
          <a:off x="5159337" y="1201973"/>
          <a:ext cx="2344487" cy="1563773"/>
        </a:xfrm>
        <a:prstGeom prst="rect">
          <a:avLst/>
        </a:prstGeom>
      </dgm:spPr>
    </dgm:pt>
    <dgm:pt modelId="{FD21FD10-AE53-4B1B-B12C-FAD3455F75DD}" type="pres">
      <dgm:prSet presAssocID="{EE70B085-C120-4838-BFB0-6445A69806AF}" presName="firstChildTx" presStyleLbl="bgAccFollowNode1" presStyleIdx="2" presStyleCnt="4">
        <dgm:presLayoutVars>
          <dgm:bulletEnabled val="1"/>
        </dgm:presLayoutVars>
      </dgm:prSet>
      <dgm:spPr/>
    </dgm:pt>
    <dgm:pt modelId="{73C1E097-CF4B-4932-BFD5-9CD94D1FE621}" type="pres">
      <dgm:prSet presAssocID="{27221B82-BE08-4E65-9F2B-5A35B73A7DE0}" presName="comp" presStyleCnt="0"/>
      <dgm:spPr/>
    </dgm:pt>
    <dgm:pt modelId="{33067B1B-C9E5-483C-A5DD-FB0A821D7561}" type="pres">
      <dgm:prSet presAssocID="{27221B82-BE08-4E65-9F2B-5A35B73A7DE0}" presName="child" presStyleLbl="bgAccFollowNode1" presStyleIdx="3" presStyleCnt="4"/>
      <dgm:spPr>
        <a:xfrm>
          <a:off x="5159337" y="2765746"/>
          <a:ext cx="2344487" cy="1563773"/>
        </a:xfrm>
        <a:prstGeom prst="rect">
          <a:avLst/>
        </a:prstGeom>
      </dgm:spPr>
    </dgm:pt>
    <dgm:pt modelId="{15883BCD-02E1-4951-ADFC-9B381A4A06DB}" type="pres">
      <dgm:prSet presAssocID="{27221B82-BE08-4E65-9F2B-5A35B73A7DE0}" presName="childTx" presStyleLbl="bgAccFollowNode1" presStyleIdx="3" presStyleCnt="4">
        <dgm:presLayoutVars>
          <dgm:bulletEnabled val="1"/>
        </dgm:presLayoutVars>
      </dgm:prSet>
      <dgm:spPr/>
    </dgm:pt>
    <dgm:pt modelId="{6670825E-17B8-4C55-94FA-2121B16FC047}" type="pres">
      <dgm:prSet presAssocID="{EE70B085-C120-4838-BFB0-6445A69806AF}" presName="negSpace" presStyleCnt="0"/>
      <dgm:spPr/>
    </dgm:pt>
    <dgm:pt modelId="{F41C0044-393A-4FBC-B4D3-F9635BBDE383}" type="pres">
      <dgm:prSet presAssocID="{EE70B085-C120-4838-BFB0-6445A69806AF}" presName="circle" presStyleLbl="node1" presStyleIdx="1" presStyleCnt="2"/>
      <dgm:spPr/>
    </dgm:pt>
  </dgm:ptLst>
  <dgm:cxnLst>
    <dgm:cxn modelId="{4B28BB00-7867-46A0-89C7-A20A21D1E8D4}" type="presOf" srcId="{27221B82-BE08-4E65-9F2B-5A35B73A7DE0}" destId="{33067B1B-C9E5-483C-A5DD-FB0A821D7561}" srcOrd="0" destOrd="0" presId="urn:microsoft.com/office/officeart/2005/8/layout/hList9"/>
    <dgm:cxn modelId="{C2A5F907-10D2-407F-949F-85491133EB2B}" srcId="{9DDAAAE1-3FFC-43EC-A37C-AE01F7A07DA5}" destId="{EBD03908-8DB8-4939-99D5-86C5AE067850}" srcOrd="0" destOrd="0" parTransId="{84175406-8D0F-4601-B9EB-05CA44028C2F}" sibTransId="{9A099F84-9562-42DC-802D-15E73C342259}"/>
    <dgm:cxn modelId="{E9BA7218-91DC-45B9-855A-5ED9EF239418}" type="presOf" srcId="{0B7C6B73-5DF4-4366-8CAA-4FF48E722D90}" destId="{FD21FD10-AE53-4B1B-B12C-FAD3455F75DD}" srcOrd="1" destOrd="0" presId="urn:microsoft.com/office/officeart/2005/8/layout/hList9"/>
    <dgm:cxn modelId="{BA02ED2B-D78A-4A95-8850-DC8A63ACB2FA}" srcId="{EE70B085-C120-4838-BFB0-6445A69806AF}" destId="{0B7C6B73-5DF4-4366-8CAA-4FF48E722D90}" srcOrd="0" destOrd="0" parTransId="{30C2B754-967C-46E3-874F-E2BFF3F4429D}" sibTransId="{7871B9C5-7C30-4032-9C43-03A2326C4D8B}"/>
    <dgm:cxn modelId="{267F4D2C-4363-4FD5-BA79-B29EB54DC711}" type="presOf" srcId="{EE70B085-C120-4838-BFB0-6445A69806AF}" destId="{F41C0044-393A-4FBC-B4D3-F9635BBDE383}" srcOrd="0" destOrd="0" presId="urn:microsoft.com/office/officeart/2005/8/layout/hList9"/>
    <dgm:cxn modelId="{0886565D-40A9-4EA3-BE94-6E5CC54164E7}" type="presOf" srcId="{0604CCBB-3015-4541-AF70-C0600CE07CF8}" destId="{BE674DCC-3764-434B-9D2D-DCE360DA225D}" srcOrd="1" destOrd="0" presId="urn:microsoft.com/office/officeart/2005/8/layout/hList9"/>
    <dgm:cxn modelId="{25A62B69-DCCE-41BF-9B7F-90EC2F0F2A2D}" type="presOf" srcId="{9DDAAAE1-3FFC-43EC-A37C-AE01F7A07DA5}" destId="{A2EF95C6-1017-471D-A7CE-3D857BABB25A}" srcOrd="0" destOrd="0" presId="urn:microsoft.com/office/officeart/2005/8/layout/hList9"/>
    <dgm:cxn modelId="{B80BD172-9EDB-49AE-BEF5-90FF545A32E4}" srcId="{EE70B085-C120-4838-BFB0-6445A69806AF}" destId="{27221B82-BE08-4E65-9F2B-5A35B73A7DE0}" srcOrd="1" destOrd="0" parTransId="{DD845EBC-CB8D-46BC-BF8A-BC4659094F70}" sibTransId="{B2B3029C-32B6-42BC-943F-01E8FE7D1F88}"/>
    <dgm:cxn modelId="{9192E172-A32F-46E1-8C4A-AF58BF357AF1}" type="presOf" srcId="{0B7C6B73-5DF4-4366-8CAA-4FF48E722D90}" destId="{1DD8956C-C880-437C-B147-99F803F98DC8}" srcOrd="0" destOrd="0" presId="urn:microsoft.com/office/officeart/2005/8/layout/hList9"/>
    <dgm:cxn modelId="{79C7CF9A-E413-4250-B36E-039FF92D7CE7}" type="presOf" srcId="{2396258B-C7D2-4D09-802A-1A807E0E8D92}" destId="{45A0C5AF-796B-4891-9EB7-A8C2C776A10F}" srcOrd="0" destOrd="0" presId="urn:microsoft.com/office/officeart/2005/8/layout/hList9"/>
    <dgm:cxn modelId="{099E71A6-3BFD-463C-9DD9-53BF6242BF49}" type="presOf" srcId="{0604CCBB-3015-4541-AF70-C0600CE07CF8}" destId="{3CEB7BC0-4607-446C-8E53-DD29E652090E}" srcOrd="0" destOrd="0" presId="urn:microsoft.com/office/officeart/2005/8/layout/hList9"/>
    <dgm:cxn modelId="{7145F9B2-0F1B-4867-8D52-8E17EF12BA6F}" srcId="{EBD03908-8DB8-4939-99D5-86C5AE067850}" destId="{0604CCBB-3015-4541-AF70-C0600CE07CF8}" srcOrd="1" destOrd="0" parTransId="{DB16512C-521A-46B2-A48F-D016BF06AD6A}" sibTransId="{352BC997-A43A-4459-884D-B49AEC6F21FF}"/>
    <dgm:cxn modelId="{47E571B3-CB55-4804-B1EC-98FB32AD6505}" type="presOf" srcId="{2396258B-C7D2-4D09-802A-1A807E0E8D92}" destId="{576996E8-F54D-4F6B-9F42-6E34DD6897DE}" srcOrd="1" destOrd="0" presId="urn:microsoft.com/office/officeart/2005/8/layout/hList9"/>
    <dgm:cxn modelId="{83D992D6-A525-4FAA-8894-33C6E377AB3B}" srcId="{EBD03908-8DB8-4939-99D5-86C5AE067850}" destId="{2396258B-C7D2-4D09-802A-1A807E0E8D92}" srcOrd="0" destOrd="0" parTransId="{40A52E27-3982-4BA0-8746-94606C9194ED}" sibTransId="{DE6D729D-2C2F-482D-9B39-ED26E9107C49}"/>
    <dgm:cxn modelId="{C6CF90DB-9157-4EDE-BD54-6B363B01383F}" type="presOf" srcId="{27221B82-BE08-4E65-9F2B-5A35B73A7DE0}" destId="{15883BCD-02E1-4951-ADFC-9B381A4A06DB}" srcOrd="1" destOrd="0" presId="urn:microsoft.com/office/officeart/2005/8/layout/hList9"/>
    <dgm:cxn modelId="{32E3F5E7-87EB-48A5-A7A8-17A91197BE34}" srcId="{9DDAAAE1-3FFC-43EC-A37C-AE01F7A07DA5}" destId="{EE70B085-C120-4838-BFB0-6445A69806AF}" srcOrd="1" destOrd="0" parTransId="{AAA0ECBD-0EE5-4535-815A-B8127E9DC71B}" sibTransId="{752D4306-6BF8-415E-8C7F-13646FD2967F}"/>
    <dgm:cxn modelId="{D2B6D5EC-B921-443E-9A7C-BEB20A10C064}" type="presOf" srcId="{EBD03908-8DB8-4939-99D5-86C5AE067850}" destId="{65825059-EA62-4A80-B67A-CDA867F80CF1}" srcOrd="0" destOrd="0" presId="urn:microsoft.com/office/officeart/2005/8/layout/hList9"/>
    <dgm:cxn modelId="{FE900C4A-594A-4D3B-AADA-3F0807C5C876}" type="presParOf" srcId="{A2EF95C6-1017-471D-A7CE-3D857BABB25A}" destId="{64D2ABEC-13A1-4A5C-A4E9-48AB70BBA23A}" srcOrd="0" destOrd="0" presId="urn:microsoft.com/office/officeart/2005/8/layout/hList9"/>
    <dgm:cxn modelId="{3E8ADF60-BC44-4D2C-B437-93DD60BE4B85}" type="presParOf" srcId="{A2EF95C6-1017-471D-A7CE-3D857BABB25A}" destId="{23793EFF-2A04-49BE-8B57-696780807C71}" srcOrd="1" destOrd="0" presId="urn:microsoft.com/office/officeart/2005/8/layout/hList9"/>
    <dgm:cxn modelId="{87B88C35-1A89-43B0-A1ED-2296B9E26ADC}" type="presParOf" srcId="{23793EFF-2A04-49BE-8B57-696780807C71}" destId="{009A8ADA-BAAA-4AFA-89DC-A3AB4D2CB097}" srcOrd="0" destOrd="0" presId="urn:microsoft.com/office/officeart/2005/8/layout/hList9"/>
    <dgm:cxn modelId="{E0768890-7110-4030-848A-C214C029EA50}" type="presParOf" srcId="{23793EFF-2A04-49BE-8B57-696780807C71}" destId="{77E64216-6E0B-4D71-9657-A022E606E94F}" srcOrd="1" destOrd="0" presId="urn:microsoft.com/office/officeart/2005/8/layout/hList9"/>
    <dgm:cxn modelId="{A140FBB7-3F96-4E8A-A415-BFC7F942231D}" type="presParOf" srcId="{77E64216-6E0B-4D71-9657-A022E606E94F}" destId="{45A0C5AF-796B-4891-9EB7-A8C2C776A10F}" srcOrd="0" destOrd="0" presId="urn:microsoft.com/office/officeart/2005/8/layout/hList9"/>
    <dgm:cxn modelId="{D3C87618-2D73-4670-B789-171F3618D81E}" type="presParOf" srcId="{77E64216-6E0B-4D71-9657-A022E606E94F}" destId="{576996E8-F54D-4F6B-9F42-6E34DD6897DE}" srcOrd="1" destOrd="0" presId="urn:microsoft.com/office/officeart/2005/8/layout/hList9"/>
    <dgm:cxn modelId="{1BB2FB18-BB2B-43CC-B164-C9E1B2626F72}" type="presParOf" srcId="{23793EFF-2A04-49BE-8B57-696780807C71}" destId="{2FCC79D9-E3AD-4C6F-83CF-3DE3E0D3D0E2}" srcOrd="2" destOrd="0" presId="urn:microsoft.com/office/officeart/2005/8/layout/hList9"/>
    <dgm:cxn modelId="{B3C38B46-0A12-4EF2-8D3B-19B749972116}" type="presParOf" srcId="{2FCC79D9-E3AD-4C6F-83CF-3DE3E0D3D0E2}" destId="{3CEB7BC0-4607-446C-8E53-DD29E652090E}" srcOrd="0" destOrd="0" presId="urn:microsoft.com/office/officeart/2005/8/layout/hList9"/>
    <dgm:cxn modelId="{6B7D6FB6-203A-497B-A822-64C37CFF6735}" type="presParOf" srcId="{2FCC79D9-E3AD-4C6F-83CF-3DE3E0D3D0E2}" destId="{BE674DCC-3764-434B-9D2D-DCE360DA225D}" srcOrd="1" destOrd="0" presId="urn:microsoft.com/office/officeart/2005/8/layout/hList9"/>
    <dgm:cxn modelId="{B566C6D5-C10E-4C55-B369-2BB7841563C7}" type="presParOf" srcId="{A2EF95C6-1017-471D-A7CE-3D857BABB25A}" destId="{C0E360D5-982C-4692-B94C-03FB0B932091}" srcOrd="2" destOrd="0" presId="urn:microsoft.com/office/officeart/2005/8/layout/hList9"/>
    <dgm:cxn modelId="{1F8FFE19-3E7C-4883-95C1-545E71BBD146}" type="presParOf" srcId="{A2EF95C6-1017-471D-A7CE-3D857BABB25A}" destId="{65825059-EA62-4A80-B67A-CDA867F80CF1}" srcOrd="3" destOrd="0" presId="urn:microsoft.com/office/officeart/2005/8/layout/hList9"/>
    <dgm:cxn modelId="{6A7ECB78-B1E7-4AAB-9D0F-92AA11693A91}" type="presParOf" srcId="{A2EF95C6-1017-471D-A7CE-3D857BABB25A}" destId="{57845C4C-3E8C-4157-86CE-ADDBCEE5217F}" srcOrd="4" destOrd="0" presId="urn:microsoft.com/office/officeart/2005/8/layout/hList9"/>
    <dgm:cxn modelId="{AC852011-429C-4673-8E62-49A3666DBEC7}" type="presParOf" srcId="{A2EF95C6-1017-471D-A7CE-3D857BABB25A}" destId="{54794665-4F17-4044-A8E1-4B635A49B8A6}" srcOrd="5" destOrd="0" presId="urn:microsoft.com/office/officeart/2005/8/layout/hList9"/>
    <dgm:cxn modelId="{270B44A1-A8EB-45AC-B479-153BF4E52230}" type="presParOf" srcId="{A2EF95C6-1017-471D-A7CE-3D857BABB25A}" destId="{8046380B-45B2-4BB8-87CB-F9D2FB3C8198}" srcOrd="6" destOrd="0" presId="urn:microsoft.com/office/officeart/2005/8/layout/hList9"/>
    <dgm:cxn modelId="{36940680-7B61-43B8-85EB-761E57392B43}" type="presParOf" srcId="{8046380B-45B2-4BB8-87CB-F9D2FB3C8198}" destId="{5BED3764-4E0B-43A3-8383-BDFFD1DCD268}" srcOrd="0" destOrd="0" presId="urn:microsoft.com/office/officeart/2005/8/layout/hList9"/>
    <dgm:cxn modelId="{1E924D70-4C6C-4958-A586-5AB2CBE0EAEC}" type="presParOf" srcId="{8046380B-45B2-4BB8-87CB-F9D2FB3C8198}" destId="{247EC75E-BE22-4CF7-A7F8-50622D116F45}" srcOrd="1" destOrd="0" presId="urn:microsoft.com/office/officeart/2005/8/layout/hList9"/>
    <dgm:cxn modelId="{B6C97C89-439B-4C7E-A556-C07541F7F7C5}" type="presParOf" srcId="{247EC75E-BE22-4CF7-A7F8-50622D116F45}" destId="{1DD8956C-C880-437C-B147-99F803F98DC8}" srcOrd="0" destOrd="0" presId="urn:microsoft.com/office/officeart/2005/8/layout/hList9"/>
    <dgm:cxn modelId="{F0322EC3-EAAA-47A5-952A-6B012C0383B3}" type="presParOf" srcId="{247EC75E-BE22-4CF7-A7F8-50622D116F45}" destId="{FD21FD10-AE53-4B1B-B12C-FAD3455F75DD}" srcOrd="1" destOrd="0" presId="urn:microsoft.com/office/officeart/2005/8/layout/hList9"/>
    <dgm:cxn modelId="{E26A2D8D-E99D-444E-8C33-4838A4CAF2B7}" type="presParOf" srcId="{8046380B-45B2-4BB8-87CB-F9D2FB3C8198}" destId="{73C1E097-CF4B-4932-BFD5-9CD94D1FE621}" srcOrd="2" destOrd="0" presId="urn:microsoft.com/office/officeart/2005/8/layout/hList9"/>
    <dgm:cxn modelId="{9EA7CDD7-E34E-4FEB-9366-581D25BBCF88}" type="presParOf" srcId="{73C1E097-CF4B-4932-BFD5-9CD94D1FE621}" destId="{33067B1B-C9E5-483C-A5DD-FB0A821D7561}" srcOrd="0" destOrd="0" presId="urn:microsoft.com/office/officeart/2005/8/layout/hList9"/>
    <dgm:cxn modelId="{0183B536-5186-46BB-992B-0E438F8A2BC0}" type="presParOf" srcId="{73C1E097-CF4B-4932-BFD5-9CD94D1FE621}" destId="{15883BCD-02E1-4951-ADFC-9B381A4A06DB}" srcOrd="1" destOrd="0" presId="urn:microsoft.com/office/officeart/2005/8/layout/hList9"/>
    <dgm:cxn modelId="{9DD64D47-3D8D-41B1-BB91-DFFCB3941640}" type="presParOf" srcId="{A2EF95C6-1017-471D-A7CE-3D857BABB25A}" destId="{6670825E-17B8-4C55-94FA-2121B16FC047}" srcOrd="7" destOrd="0" presId="urn:microsoft.com/office/officeart/2005/8/layout/hList9"/>
    <dgm:cxn modelId="{5849317E-8B18-4CE8-BE3E-F54B2589F0B3}" type="presParOf" srcId="{A2EF95C6-1017-471D-A7CE-3D857BABB25A}" destId="{F41C0044-393A-4FBC-B4D3-F9635BBDE383}" srcOrd="8" destOrd="0" presId="urn:microsoft.com/office/officeart/2005/8/layout/hList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2000" b="1" dirty="0">
              <a:solidFill>
                <a:srgbClr val="FFFF00"/>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dirty="0"/>
            <a:t>Sport</a:t>
          </a:r>
          <a:endParaRPr lang="en-US" sz="1400" b="0" dirty="0">
            <a:solidFill>
              <a:schemeClr val="bg1"/>
            </a:solidFill>
          </a:endParaRP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600" b="1" dirty="0">
              <a:solidFill>
                <a:srgbClr val="F4EE00"/>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dirty="0"/>
            <a:t>Sport</a:t>
          </a:r>
          <a:endParaRPr lang="en-US" sz="1400" b="0" dirty="0">
            <a:solidFill>
              <a:schemeClr val="bg1"/>
            </a:solidFill>
          </a:endParaRP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dirty="0"/>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2000" b="1" dirty="0">
              <a:solidFill>
                <a:srgbClr val="F4EE00"/>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2000" b="1" dirty="0">
              <a:solidFill>
                <a:srgbClr val="F4EE00"/>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400" dirty="0"/>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800" b="1" dirty="0">
              <a:solidFill>
                <a:srgbClr val="F4EE00"/>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dirty="0"/>
            <a:t>KYC &amp; </a:t>
          </a:r>
          <a:r>
            <a:rPr lang="en-US" sz="1050" dirty="0"/>
            <a:t>Payments</a:t>
          </a:r>
          <a:endParaRPr lang="en-US" sz="1400" dirty="0"/>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800" b="1" dirty="0">
              <a:solidFill>
                <a:srgbClr val="F4EE00"/>
              </a:solidFill>
            </a:rPr>
            <a:t>KYC &amp; </a:t>
          </a:r>
          <a:r>
            <a:rPr lang="en-US" sz="1100" b="1" dirty="0">
              <a:solidFill>
                <a:srgbClr val="F4EE00"/>
              </a:solidFill>
            </a:rPr>
            <a:t>Payments</a:t>
          </a:r>
          <a:endParaRPr lang="en-US" sz="1600" b="1" dirty="0">
            <a:solidFill>
              <a:srgbClr val="F4EE00"/>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a:t>Risk &amp; Fraud</a:t>
          </a:r>
          <a:endParaRPr lang="en-US" sz="1400" dirty="0"/>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dirty="0"/>
            <a:t>Marketing</a:t>
          </a:r>
          <a:endParaRPr lang="en-US" sz="1400" dirty="0"/>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800" b="1" dirty="0">
              <a:solidFill>
                <a:srgbClr val="F4EE00"/>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100" b="1" dirty="0">
              <a:solidFill>
                <a:srgbClr val="F4EE00"/>
              </a:solidFill>
            </a:rPr>
            <a:t>Marketing</a:t>
          </a: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1" dirty="0">
              <a:solidFill>
                <a:srgbClr val="F4EE00"/>
              </a:solidFill>
            </a:rPr>
            <a:t>Project </a:t>
          </a:r>
          <a:r>
            <a:rPr lang="en-US" sz="800" b="1" dirty="0">
              <a:solidFill>
                <a:srgbClr val="F4EE00"/>
              </a:solidFill>
            </a:rPr>
            <a:t>management</a:t>
          </a:r>
          <a:endParaRPr lang="en-US" sz="1400" b="1" dirty="0">
            <a:solidFill>
              <a:srgbClr val="F4EE00"/>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dirty="0"/>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600" b="1" dirty="0">
              <a:solidFill>
                <a:srgbClr val="F4EE00"/>
              </a:solidFill>
            </a:rPr>
            <a:t>Poker, Svara &amp; </a:t>
          </a:r>
          <a:r>
            <a:rPr lang="en-US" sz="1600" b="1" dirty="0" err="1">
              <a:solidFill>
                <a:srgbClr val="F4EE00"/>
              </a:solidFill>
            </a:rPr>
            <a:t>Tabla</a:t>
          </a:r>
          <a:endParaRPr lang="en-US" sz="1600" b="1" dirty="0">
            <a:solidFill>
              <a:srgbClr val="F4EE00"/>
            </a:solidFill>
          </a:endParaRPr>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400"/>
            <a:t>Admin</a:t>
          </a:r>
          <a:endParaRPr lang="en-US" sz="1400" dirty="0"/>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D780131-B3CC-4581-9DC6-48906EC24796}"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US"/>
        </a:p>
      </dgm:t>
    </dgm:pt>
    <dgm:pt modelId="{C0E9B5D3-4DF6-4FDD-96B8-CB296A47D622}">
      <dgm:prSet phldrT="[Text]" phldr="0"/>
      <dgm:spPr/>
      <dgm:t>
        <a:bodyPr/>
        <a:lstStyle/>
        <a:p>
          <a:r>
            <a:rPr lang="en-US" b="1" dirty="0" err="1">
              <a:solidFill>
                <a:srgbClr val="FFFF00"/>
              </a:solidFill>
            </a:rPr>
            <a:t>Inbet</a:t>
          </a:r>
          <a:r>
            <a:rPr lang="en-US" dirty="0"/>
            <a:t> Online</a:t>
          </a:r>
        </a:p>
      </dgm:t>
    </dgm:pt>
    <dgm:pt modelId="{ACC1FE7F-A412-4AF5-85DA-634CF87DDD97}" type="parTrans" cxnId="{7E968D51-C611-4783-8811-CEDB1753CE02}">
      <dgm:prSet/>
      <dgm:spPr/>
      <dgm:t>
        <a:bodyPr/>
        <a:lstStyle/>
        <a:p>
          <a:endParaRPr lang="en-US"/>
        </a:p>
      </dgm:t>
    </dgm:pt>
    <dgm:pt modelId="{C694D4F9-3C2A-4F85-81B5-C755C1609C03}" type="sibTrans" cxnId="{7E968D51-C611-4783-8811-CEDB1753CE02}">
      <dgm:prSet/>
      <dgm:spPr/>
      <dgm:t>
        <a:bodyPr/>
        <a:lstStyle/>
        <a:p>
          <a:endParaRPr lang="en-US"/>
        </a:p>
      </dgm:t>
    </dgm:pt>
    <dgm:pt modelId="{E31E7BDD-465B-418F-927D-BBAEC028A9FA}">
      <dgm:prSet phldrT="[Text]" phldr="0" custT="1"/>
      <dgm:spPr/>
      <dgm:t>
        <a:bodyPr/>
        <a:lstStyle/>
        <a:p>
          <a:r>
            <a:rPr lang="en-US" sz="1600" b="0" dirty="0">
              <a:solidFill>
                <a:schemeClr val="bg1"/>
              </a:solidFill>
            </a:rPr>
            <a:t>CRM</a:t>
          </a:r>
        </a:p>
      </dgm:t>
    </dgm:pt>
    <dgm:pt modelId="{389E0415-897E-497A-99D7-306DCBC572F2}" type="parTrans" cxnId="{00E6135A-48FD-4228-B309-F21079ED31A5}">
      <dgm:prSet/>
      <dgm:spPr/>
      <dgm:t>
        <a:bodyPr/>
        <a:lstStyle/>
        <a:p>
          <a:endParaRPr lang="en-US"/>
        </a:p>
      </dgm:t>
    </dgm:pt>
    <dgm:pt modelId="{3620251C-BB32-4BF6-90B1-0002A3E7F6F7}" type="sibTrans" cxnId="{00E6135A-48FD-4228-B309-F21079ED31A5}">
      <dgm:prSet/>
      <dgm:spPr/>
      <dgm:t>
        <a:bodyPr/>
        <a:lstStyle/>
        <a:p>
          <a:endParaRPr lang="en-US"/>
        </a:p>
      </dgm:t>
    </dgm:pt>
    <dgm:pt modelId="{BA2BC941-6258-4C44-9F9D-C3C790F55684}">
      <dgm:prSet phldrT="[Text]" phldr="0" custT="1"/>
      <dgm:spPr/>
      <dgm:t>
        <a:bodyPr/>
        <a:lstStyle/>
        <a:p>
          <a:r>
            <a:rPr lang="en-US" sz="1400" b="0" dirty="0">
              <a:solidFill>
                <a:schemeClr val="bg1"/>
              </a:solidFill>
            </a:rPr>
            <a:t>BI</a:t>
          </a:r>
        </a:p>
      </dgm:t>
    </dgm:pt>
    <dgm:pt modelId="{3D1C99ED-20C1-4BEB-A7A0-C53CB7BEAA32}" type="parTrans" cxnId="{13CD976A-8DAD-4BBD-807A-01B1E7207222}">
      <dgm:prSet/>
      <dgm:spPr/>
      <dgm:t>
        <a:bodyPr/>
        <a:lstStyle/>
        <a:p>
          <a:endParaRPr lang="en-US"/>
        </a:p>
      </dgm:t>
    </dgm:pt>
    <dgm:pt modelId="{7824E494-20B4-4BB2-9C06-68AF01CEDB1D}" type="sibTrans" cxnId="{13CD976A-8DAD-4BBD-807A-01B1E7207222}">
      <dgm:prSet/>
      <dgm:spPr/>
      <dgm:t>
        <a:bodyPr/>
        <a:lstStyle/>
        <a:p>
          <a:endParaRPr lang="en-US"/>
        </a:p>
      </dgm:t>
    </dgm:pt>
    <dgm:pt modelId="{F887F960-EB8A-4EFB-9070-EB3E35006779}">
      <dgm:prSet phldrT="[Text]" phldr="0" custT="1"/>
      <dgm:spPr/>
      <dgm:t>
        <a:bodyPr/>
        <a:lstStyle/>
        <a:p>
          <a:r>
            <a:rPr lang="en-US" sz="1600" b="0" dirty="0">
              <a:solidFill>
                <a:schemeClr val="bg1"/>
              </a:solidFill>
            </a:rPr>
            <a:t>CS &amp; VIP</a:t>
          </a:r>
        </a:p>
      </dgm:t>
    </dgm:pt>
    <dgm:pt modelId="{63C6365F-1317-4770-8124-5A744E9EDD27}" type="parTrans" cxnId="{9D642463-4D3B-4073-A81D-709ADABC5909}">
      <dgm:prSet/>
      <dgm:spPr/>
      <dgm:t>
        <a:bodyPr/>
        <a:lstStyle/>
        <a:p>
          <a:endParaRPr lang="en-US"/>
        </a:p>
      </dgm:t>
    </dgm:pt>
    <dgm:pt modelId="{ECBF3ABA-9BCD-4864-8C8A-B5E74E94F50B}" type="sibTrans" cxnId="{9D642463-4D3B-4073-A81D-709ADABC5909}">
      <dgm:prSet/>
      <dgm:spPr/>
      <dgm:t>
        <a:bodyPr/>
        <a:lstStyle/>
        <a:p>
          <a:endParaRPr lang="en-US"/>
        </a:p>
      </dgm:t>
    </dgm:pt>
    <dgm:pt modelId="{0FF2FAF0-99CE-466A-9390-E23BA9D5474D}">
      <dgm:prSet phldrT="[Text]" phldr="0" custT="1"/>
      <dgm:spPr/>
      <dgm:t>
        <a:bodyPr/>
        <a:lstStyle/>
        <a:p>
          <a:r>
            <a:rPr lang="en-US" sz="1400" b="0" dirty="0">
              <a:solidFill>
                <a:schemeClr val="bg1"/>
              </a:solidFill>
            </a:rPr>
            <a:t>KYC &amp; </a:t>
          </a:r>
          <a:r>
            <a:rPr lang="en-US" sz="1100" b="0" dirty="0">
              <a:solidFill>
                <a:schemeClr val="bg1"/>
              </a:solidFill>
            </a:rPr>
            <a:t>Payments</a:t>
          </a:r>
          <a:endParaRPr lang="en-US" sz="1200" b="0" dirty="0">
            <a:solidFill>
              <a:schemeClr val="bg1"/>
            </a:solidFill>
          </a:endParaRPr>
        </a:p>
      </dgm:t>
    </dgm:pt>
    <dgm:pt modelId="{C4745218-8DBA-4E8C-8044-4B9DBAB5EC6D}" type="parTrans" cxnId="{68304E63-3CA0-41B6-8A4B-2335277F610E}">
      <dgm:prSet/>
      <dgm:spPr/>
      <dgm:t>
        <a:bodyPr/>
        <a:lstStyle/>
        <a:p>
          <a:endParaRPr lang="en-US"/>
        </a:p>
      </dgm:t>
    </dgm:pt>
    <dgm:pt modelId="{183A3228-BD3B-478E-B073-F2C9779DF9FE}" type="sibTrans" cxnId="{68304E63-3CA0-41B6-8A4B-2335277F610E}">
      <dgm:prSet/>
      <dgm:spPr/>
      <dgm:t>
        <a:bodyPr/>
        <a:lstStyle/>
        <a:p>
          <a:endParaRPr lang="en-US"/>
        </a:p>
      </dgm:t>
    </dgm:pt>
    <dgm:pt modelId="{06FDC871-8032-466E-BBED-465C613B7BE4}">
      <dgm:prSet phldrT="[Text]" phldr="0" custT="1"/>
      <dgm:spPr/>
      <dgm:t>
        <a:bodyPr/>
        <a:lstStyle/>
        <a:p>
          <a:r>
            <a:rPr lang="en-US" sz="1200" b="0" dirty="0">
              <a:solidFill>
                <a:schemeClr val="bg1"/>
              </a:solidFill>
            </a:rPr>
            <a:t>Marketing</a:t>
          </a:r>
          <a:endParaRPr lang="en-US" sz="1400" b="0" dirty="0">
            <a:solidFill>
              <a:schemeClr val="bg1"/>
            </a:solidFill>
          </a:endParaRPr>
        </a:p>
      </dgm:t>
    </dgm:pt>
    <dgm:pt modelId="{B4198E4A-397C-46E0-9140-F5120492CB26}" type="parTrans" cxnId="{A04C95FE-3609-4C8B-87F9-569D4F1CC227}">
      <dgm:prSet/>
      <dgm:spPr/>
      <dgm:t>
        <a:bodyPr/>
        <a:lstStyle/>
        <a:p>
          <a:endParaRPr lang="en-US"/>
        </a:p>
      </dgm:t>
    </dgm:pt>
    <dgm:pt modelId="{75B1B9C4-2A82-437F-B448-EF4214525751}" type="sibTrans" cxnId="{A04C95FE-3609-4C8B-87F9-569D4F1CC227}">
      <dgm:prSet/>
      <dgm:spPr/>
      <dgm:t>
        <a:bodyPr/>
        <a:lstStyle/>
        <a:p>
          <a:endParaRPr lang="en-US"/>
        </a:p>
      </dgm:t>
    </dgm:pt>
    <dgm:pt modelId="{0EDA86B9-5BCB-412A-8739-1B489FD16C33}">
      <dgm:prSet phldrT="[Text]" phldr="0" custT="1"/>
      <dgm:spPr/>
      <dgm:t>
        <a:bodyPr/>
        <a:lstStyle/>
        <a:p>
          <a:r>
            <a:rPr lang="en-US" sz="1400" b="0" dirty="0">
              <a:solidFill>
                <a:schemeClr val="bg1"/>
              </a:solidFill>
            </a:rPr>
            <a:t>Project </a:t>
          </a:r>
          <a:r>
            <a:rPr lang="en-US" sz="800" b="0" dirty="0">
              <a:solidFill>
                <a:schemeClr val="bg1"/>
              </a:solidFill>
            </a:rPr>
            <a:t>management</a:t>
          </a:r>
          <a:endParaRPr lang="en-US" sz="1400" b="0" dirty="0">
            <a:solidFill>
              <a:schemeClr val="bg1"/>
            </a:solidFill>
          </a:endParaRPr>
        </a:p>
      </dgm:t>
    </dgm:pt>
    <dgm:pt modelId="{DC1C00E0-6E8A-47BC-B65F-0E4BF73D10DE}" type="parTrans" cxnId="{740FF4FC-053F-42DB-BCB3-E3FE70A176BE}">
      <dgm:prSet/>
      <dgm:spPr/>
      <dgm:t>
        <a:bodyPr/>
        <a:lstStyle/>
        <a:p>
          <a:endParaRPr lang="en-US"/>
        </a:p>
      </dgm:t>
    </dgm:pt>
    <dgm:pt modelId="{5D01777A-DD6C-4CDD-B7FA-5356A100831F}" type="sibTrans" cxnId="{740FF4FC-053F-42DB-BCB3-E3FE70A176BE}">
      <dgm:prSet/>
      <dgm:spPr/>
      <dgm:t>
        <a:bodyPr/>
        <a:lstStyle/>
        <a:p>
          <a:endParaRPr lang="en-US"/>
        </a:p>
      </dgm:t>
    </dgm:pt>
    <dgm:pt modelId="{C5D83EEA-AE51-4865-8AF3-6A536A269BDF}">
      <dgm:prSet phldrT="[Text]" phldr="0" custT="1"/>
      <dgm:spPr/>
      <dgm:t>
        <a:bodyPr/>
        <a:lstStyle/>
        <a:p>
          <a:r>
            <a:rPr lang="en-US" sz="1400" dirty="0"/>
            <a:t>Poker</a:t>
          </a:r>
          <a:r>
            <a:rPr lang="bg-BG" sz="1400" dirty="0"/>
            <a:t>,</a:t>
          </a:r>
          <a:r>
            <a:rPr lang="en-US" sz="1400" dirty="0"/>
            <a:t> Svara</a:t>
          </a:r>
          <a:r>
            <a:rPr lang="bg-BG" sz="1400" dirty="0"/>
            <a:t> </a:t>
          </a:r>
          <a:r>
            <a:rPr lang="en-US" sz="1400" dirty="0"/>
            <a:t>&amp; </a:t>
          </a:r>
          <a:r>
            <a:rPr lang="en-US" sz="1400" dirty="0" err="1"/>
            <a:t>Tabla</a:t>
          </a:r>
          <a:endParaRPr lang="en-US" sz="1400" b="0" dirty="0">
            <a:solidFill>
              <a:schemeClr val="bg1"/>
            </a:solidFill>
          </a:endParaRPr>
        </a:p>
      </dgm:t>
    </dgm:pt>
    <dgm:pt modelId="{86002444-A189-4BAF-93E3-26CBA7E8824A}" type="parTrans" cxnId="{6E9420DE-C304-4557-A1F0-A12756C7C121}">
      <dgm:prSet/>
      <dgm:spPr/>
      <dgm:t>
        <a:bodyPr/>
        <a:lstStyle/>
        <a:p>
          <a:endParaRPr lang="en-US"/>
        </a:p>
      </dgm:t>
    </dgm:pt>
    <dgm:pt modelId="{2E32DA03-A0B0-467F-AB60-566BC600E965}" type="sibTrans" cxnId="{6E9420DE-C304-4557-A1F0-A12756C7C121}">
      <dgm:prSet/>
      <dgm:spPr/>
      <dgm:t>
        <a:bodyPr/>
        <a:lstStyle/>
        <a:p>
          <a:endParaRPr lang="en-US"/>
        </a:p>
      </dgm:t>
    </dgm:pt>
    <dgm:pt modelId="{C7C2589A-F1EA-43AD-A1E4-85918E6E03D1}">
      <dgm:prSet phldrT="[Text]" phldr="0" custT="1"/>
      <dgm:spPr/>
      <dgm:t>
        <a:bodyPr/>
        <a:lstStyle/>
        <a:p>
          <a:r>
            <a:rPr lang="en-US" sz="1400" b="0" dirty="0">
              <a:solidFill>
                <a:schemeClr val="bg1"/>
              </a:solidFill>
            </a:rPr>
            <a:t>Casino &amp; Live Casino</a:t>
          </a:r>
        </a:p>
      </dgm:t>
    </dgm:pt>
    <dgm:pt modelId="{7B95E684-1E81-496A-8E9A-ED29115D27FD}" type="parTrans" cxnId="{0C9FF849-F04E-47DF-A22E-FD64AE3CE9D5}">
      <dgm:prSet/>
      <dgm:spPr/>
      <dgm:t>
        <a:bodyPr/>
        <a:lstStyle/>
        <a:p>
          <a:endParaRPr lang="en-US"/>
        </a:p>
      </dgm:t>
    </dgm:pt>
    <dgm:pt modelId="{FBCF053B-5BF8-4F4C-B6A7-FA04E0D81C2E}" type="sibTrans" cxnId="{0C9FF849-F04E-47DF-A22E-FD64AE3CE9D5}">
      <dgm:prSet/>
      <dgm:spPr/>
      <dgm:t>
        <a:bodyPr/>
        <a:lstStyle/>
        <a:p>
          <a:endParaRPr lang="en-US"/>
        </a:p>
      </dgm:t>
    </dgm:pt>
    <dgm:pt modelId="{DB7A19F9-CFF9-48CD-B2C4-48E16357B952}">
      <dgm:prSet phldrT="[Text]" phldr="0" custT="1"/>
      <dgm:spPr/>
      <dgm:t>
        <a:bodyPr/>
        <a:lstStyle/>
        <a:p>
          <a:r>
            <a:rPr lang="en-US" sz="1400" b="0" dirty="0">
              <a:solidFill>
                <a:schemeClr val="bg1"/>
              </a:solidFill>
            </a:rPr>
            <a:t>Risk &amp; Fraud</a:t>
          </a:r>
        </a:p>
      </dgm:t>
    </dgm:pt>
    <dgm:pt modelId="{FCB1C0DE-940F-459B-A905-E84221A7930B}" type="parTrans" cxnId="{1417734C-B04B-40AB-AAE1-9CA26DEC264A}">
      <dgm:prSet/>
      <dgm:spPr/>
      <dgm:t>
        <a:bodyPr/>
        <a:lstStyle/>
        <a:p>
          <a:endParaRPr lang="en-US"/>
        </a:p>
      </dgm:t>
    </dgm:pt>
    <dgm:pt modelId="{8E8161F0-36BB-4EA1-B48E-8B1B3DE8E6AE}" type="sibTrans" cxnId="{1417734C-B04B-40AB-AAE1-9CA26DEC264A}">
      <dgm:prSet/>
      <dgm:spPr/>
      <dgm:t>
        <a:bodyPr/>
        <a:lstStyle/>
        <a:p>
          <a:endParaRPr lang="en-US"/>
        </a:p>
      </dgm:t>
    </dgm:pt>
    <dgm:pt modelId="{7144A8F0-3962-4FE9-8A71-C597EB0BFFC3}">
      <dgm:prSet phldrT="[Text]" phldr="0" custT="1"/>
      <dgm:spPr/>
      <dgm:t>
        <a:bodyPr/>
        <a:lstStyle/>
        <a:p>
          <a:r>
            <a:rPr lang="en-US" sz="1600" b="1" dirty="0">
              <a:solidFill>
                <a:srgbClr val="F4EE00"/>
              </a:solidFill>
            </a:rPr>
            <a:t>Admin</a:t>
          </a:r>
          <a:endParaRPr lang="en-US" sz="1400" b="1" dirty="0">
            <a:solidFill>
              <a:srgbClr val="F4EE00"/>
            </a:solidFill>
          </a:endParaRPr>
        </a:p>
      </dgm:t>
    </dgm:pt>
    <dgm:pt modelId="{516B4CD6-EF8E-43E9-B5B2-094A58BD4141}" type="parTrans" cxnId="{00B67186-4CFF-49DE-83BB-B44FB644CEA3}">
      <dgm:prSet/>
      <dgm:spPr/>
      <dgm:t>
        <a:bodyPr/>
        <a:lstStyle/>
        <a:p>
          <a:endParaRPr lang="en-US"/>
        </a:p>
      </dgm:t>
    </dgm:pt>
    <dgm:pt modelId="{5015F3E4-03C0-4A36-9CFE-2B09048D5622}" type="sibTrans" cxnId="{00B67186-4CFF-49DE-83BB-B44FB644CEA3}">
      <dgm:prSet/>
      <dgm:spPr/>
      <dgm:t>
        <a:bodyPr/>
        <a:lstStyle/>
        <a:p>
          <a:endParaRPr lang="en-US"/>
        </a:p>
      </dgm:t>
    </dgm:pt>
    <dgm:pt modelId="{AEA9829B-2B28-4240-991E-65D41B96FA94}">
      <dgm:prSet phldrT="[Text]" phldr="0" custT="1"/>
      <dgm:spPr/>
      <dgm:t>
        <a:bodyPr/>
        <a:lstStyle/>
        <a:p>
          <a:r>
            <a:rPr lang="en-US" sz="1600" b="0" dirty="0">
              <a:solidFill>
                <a:schemeClr val="bg1"/>
              </a:solidFill>
            </a:rPr>
            <a:t>Sport</a:t>
          </a:r>
        </a:p>
      </dgm:t>
    </dgm:pt>
    <dgm:pt modelId="{F099BD47-BC51-4B73-AE38-4A93A85F7C82}" type="parTrans" cxnId="{AD84FCF6-38ED-46A8-9819-40AEF9B2E99A}">
      <dgm:prSet/>
      <dgm:spPr/>
      <dgm:t>
        <a:bodyPr/>
        <a:lstStyle/>
        <a:p>
          <a:endParaRPr lang="en-US"/>
        </a:p>
      </dgm:t>
    </dgm:pt>
    <dgm:pt modelId="{C3BF936A-0FF2-4700-A3A2-61B121E56550}" type="sibTrans" cxnId="{AD84FCF6-38ED-46A8-9819-40AEF9B2E99A}">
      <dgm:prSet/>
      <dgm:spPr/>
      <dgm:t>
        <a:bodyPr/>
        <a:lstStyle/>
        <a:p>
          <a:endParaRPr lang="en-US"/>
        </a:p>
      </dgm:t>
    </dgm:pt>
    <dgm:pt modelId="{CFEC40FE-D07D-4465-9A3C-9D64F63480B6}" type="pres">
      <dgm:prSet presAssocID="{FD780131-B3CC-4581-9DC6-48906EC24796}" presName="Name0" presStyleCnt="0">
        <dgm:presLayoutVars>
          <dgm:chMax val="1"/>
          <dgm:dir/>
          <dgm:animLvl val="ctr"/>
          <dgm:resizeHandles val="exact"/>
        </dgm:presLayoutVars>
      </dgm:prSet>
      <dgm:spPr/>
    </dgm:pt>
    <dgm:pt modelId="{EA8101BE-F395-4A15-B086-68E9AF775189}" type="pres">
      <dgm:prSet presAssocID="{C0E9B5D3-4DF6-4FDD-96B8-CB296A47D622}" presName="centerShape" presStyleLbl="node0" presStyleIdx="0" presStyleCnt="1"/>
      <dgm:spPr/>
    </dgm:pt>
    <dgm:pt modelId="{CB1D9C13-92C4-43BF-933C-8A3BB91B45AC}" type="pres">
      <dgm:prSet presAssocID="{389E0415-897E-497A-99D7-306DCBC572F2}" presName="parTrans" presStyleLbl="sibTrans2D1" presStyleIdx="0" presStyleCnt="11"/>
      <dgm:spPr/>
    </dgm:pt>
    <dgm:pt modelId="{D32DFC3C-509A-4D97-9811-640C4B1C2B9C}" type="pres">
      <dgm:prSet presAssocID="{389E0415-897E-497A-99D7-306DCBC572F2}" presName="connectorText" presStyleLbl="sibTrans2D1" presStyleIdx="0" presStyleCnt="11"/>
      <dgm:spPr/>
    </dgm:pt>
    <dgm:pt modelId="{25E90E29-F7BA-44DE-A2FA-4AAB6EA7D74C}" type="pres">
      <dgm:prSet presAssocID="{E31E7BDD-465B-418F-927D-BBAEC028A9FA}" presName="node" presStyleLbl="node1" presStyleIdx="0" presStyleCnt="11">
        <dgm:presLayoutVars>
          <dgm:bulletEnabled val="1"/>
        </dgm:presLayoutVars>
      </dgm:prSet>
      <dgm:spPr/>
    </dgm:pt>
    <dgm:pt modelId="{3EEED0DE-754D-4A8D-AE7D-5647DA74B869}" type="pres">
      <dgm:prSet presAssocID="{7B95E684-1E81-496A-8E9A-ED29115D27FD}" presName="parTrans" presStyleLbl="sibTrans2D1" presStyleIdx="1" presStyleCnt="11"/>
      <dgm:spPr/>
    </dgm:pt>
    <dgm:pt modelId="{868CEB68-0C6D-472C-AF38-C0C67361B513}" type="pres">
      <dgm:prSet presAssocID="{7B95E684-1E81-496A-8E9A-ED29115D27FD}" presName="connectorText" presStyleLbl="sibTrans2D1" presStyleIdx="1" presStyleCnt="11"/>
      <dgm:spPr/>
    </dgm:pt>
    <dgm:pt modelId="{F27E359C-133A-4B0E-BD42-3AA949E283A2}" type="pres">
      <dgm:prSet presAssocID="{C7C2589A-F1EA-43AD-A1E4-85918E6E03D1}" presName="node" presStyleLbl="node1" presStyleIdx="1" presStyleCnt="11">
        <dgm:presLayoutVars>
          <dgm:bulletEnabled val="1"/>
        </dgm:presLayoutVars>
      </dgm:prSet>
      <dgm:spPr/>
    </dgm:pt>
    <dgm:pt modelId="{5C8D2B3F-E424-4A16-ABA6-BC6EA0FF6DDE}" type="pres">
      <dgm:prSet presAssocID="{F099BD47-BC51-4B73-AE38-4A93A85F7C82}" presName="parTrans" presStyleLbl="sibTrans2D1" presStyleIdx="2" presStyleCnt="11"/>
      <dgm:spPr/>
    </dgm:pt>
    <dgm:pt modelId="{E6F6B1B7-4396-425E-B58D-6FBC16A21549}" type="pres">
      <dgm:prSet presAssocID="{F099BD47-BC51-4B73-AE38-4A93A85F7C82}" presName="connectorText" presStyleLbl="sibTrans2D1" presStyleIdx="2" presStyleCnt="11"/>
      <dgm:spPr/>
    </dgm:pt>
    <dgm:pt modelId="{AFF64900-05A0-4F49-A512-1ED066EA08AD}" type="pres">
      <dgm:prSet presAssocID="{AEA9829B-2B28-4240-991E-65D41B96FA94}" presName="node" presStyleLbl="node1" presStyleIdx="2" presStyleCnt="11">
        <dgm:presLayoutVars>
          <dgm:bulletEnabled val="1"/>
        </dgm:presLayoutVars>
      </dgm:prSet>
      <dgm:spPr/>
    </dgm:pt>
    <dgm:pt modelId="{D064B587-7444-470F-BFDE-F23B531A2FB0}" type="pres">
      <dgm:prSet presAssocID="{3D1C99ED-20C1-4BEB-A7A0-C53CB7BEAA32}" presName="parTrans" presStyleLbl="sibTrans2D1" presStyleIdx="3" presStyleCnt="11"/>
      <dgm:spPr/>
    </dgm:pt>
    <dgm:pt modelId="{890F7BA9-57CE-417B-B33B-B72B650D1403}" type="pres">
      <dgm:prSet presAssocID="{3D1C99ED-20C1-4BEB-A7A0-C53CB7BEAA32}" presName="connectorText" presStyleLbl="sibTrans2D1" presStyleIdx="3" presStyleCnt="11"/>
      <dgm:spPr/>
    </dgm:pt>
    <dgm:pt modelId="{73A89695-97EA-4284-8D4D-3E4187D5A8DE}" type="pres">
      <dgm:prSet presAssocID="{BA2BC941-6258-4C44-9F9D-C3C790F55684}" presName="node" presStyleLbl="node1" presStyleIdx="3" presStyleCnt="11">
        <dgm:presLayoutVars>
          <dgm:bulletEnabled val="1"/>
        </dgm:presLayoutVars>
      </dgm:prSet>
      <dgm:spPr/>
    </dgm:pt>
    <dgm:pt modelId="{3977E674-E4CF-4A77-8B10-28E1279A9806}" type="pres">
      <dgm:prSet presAssocID="{63C6365F-1317-4770-8124-5A744E9EDD27}" presName="parTrans" presStyleLbl="sibTrans2D1" presStyleIdx="4" presStyleCnt="11"/>
      <dgm:spPr/>
    </dgm:pt>
    <dgm:pt modelId="{89750920-AA0E-4013-9DFB-C378C8BE1543}" type="pres">
      <dgm:prSet presAssocID="{63C6365F-1317-4770-8124-5A744E9EDD27}" presName="connectorText" presStyleLbl="sibTrans2D1" presStyleIdx="4" presStyleCnt="11"/>
      <dgm:spPr/>
    </dgm:pt>
    <dgm:pt modelId="{F077FA43-E7CE-41EF-9F3E-7687A0AAB414}" type="pres">
      <dgm:prSet presAssocID="{F887F960-EB8A-4EFB-9070-EB3E35006779}" presName="node" presStyleLbl="node1" presStyleIdx="4" presStyleCnt="11" custRadScaleRad="100510">
        <dgm:presLayoutVars>
          <dgm:bulletEnabled val="1"/>
        </dgm:presLayoutVars>
      </dgm:prSet>
      <dgm:spPr/>
    </dgm:pt>
    <dgm:pt modelId="{B689959D-7901-4827-B09A-1D8D605139FC}" type="pres">
      <dgm:prSet presAssocID="{C4745218-8DBA-4E8C-8044-4B9DBAB5EC6D}" presName="parTrans" presStyleLbl="sibTrans2D1" presStyleIdx="5" presStyleCnt="11"/>
      <dgm:spPr/>
    </dgm:pt>
    <dgm:pt modelId="{819751BB-8F0D-42A9-B5F7-78CE2C392455}" type="pres">
      <dgm:prSet presAssocID="{C4745218-8DBA-4E8C-8044-4B9DBAB5EC6D}" presName="connectorText" presStyleLbl="sibTrans2D1" presStyleIdx="5" presStyleCnt="11"/>
      <dgm:spPr/>
    </dgm:pt>
    <dgm:pt modelId="{ED4E1BF5-D5CF-4D10-9B9B-3719A542E40A}" type="pres">
      <dgm:prSet presAssocID="{0FF2FAF0-99CE-466A-9390-E23BA9D5474D}" presName="node" presStyleLbl="node1" presStyleIdx="5" presStyleCnt="11">
        <dgm:presLayoutVars>
          <dgm:bulletEnabled val="1"/>
        </dgm:presLayoutVars>
      </dgm:prSet>
      <dgm:spPr/>
    </dgm:pt>
    <dgm:pt modelId="{E3EE96DF-F0A0-4565-9D11-E624B1BDF003}" type="pres">
      <dgm:prSet presAssocID="{FCB1C0DE-940F-459B-A905-E84221A7930B}" presName="parTrans" presStyleLbl="sibTrans2D1" presStyleIdx="6" presStyleCnt="11"/>
      <dgm:spPr/>
    </dgm:pt>
    <dgm:pt modelId="{B8657FF7-59E9-4D24-B9C7-3346BE727655}" type="pres">
      <dgm:prSet presAssocID="{FCB1C0DE-940F-459B-A905-E84221A7930B}" presName="connectorText" presStyleLbl="sibTrans2D1" presStyleIdx="6" presStyleCnt="11"/>
      <dgm:spPr/>
    </dgm:pt>
    <dgm:pt modelId="{527EB035-94BE-409B-A77B-307406BB1497}" type="pres">
      <dgm:prSet presAssocID="{DB7A19F9-CFF9-48CD-B2C4-48E16357B952}" presName="node" presStyleLbl="node1" presStyleIdx="6" presStyleCnt="11">
        <dgm:presLayoutVars>
          <dgm:bulletEnabled val="1"/>
        </dgm:presLayoutVars>
      </dgm:prSet>
      <dgm:spPr/>
    </dgm:pt>
    <dgm:pt modelId="{CC54C38A-0FF0-4100-976F-649E17812D48}" type="pres">
      <dgm:prSet presAssocID="{B4198E4A-397C-46E0-9140-F5120492CB26}" presName="parTrans" presStyleLbl="sibTrans2D1" presStyleIdx="7" presStyleCnt="11"/>
      <dgm:spPr/>
    </dgm:pt>
    <dgm:pt modelId="{97F8C35B-E6F4-4499-A401-095402237BBF}" type="pres">
      <dgm:prSet presAssocID="{B4198E4A-397C-46E0-9140-F5120492CB26}" presName="connectorText" presStyleLbl="sibTrans2D1" presStyleIdx="7" presStyleCnt="11"/>
      <dgm:spPr/>
    </dgm:pt>
    <dgm:pt modelId="{CFDECE1B-02F4-41A4-8686-A1ABD13F4455}" type="pres">
      <dgm:prSet presAssocID="{06FDC871-8032-466E-BBED-465C613B7BE4}" presName="node" presStyleLbl="node1" presStyleIdx="7" presStyleCnt="11">
        <dgm:presLayoutVars>
          <dgm:bulletEnabled val="1"/>
        </dgm:presLayoutVars>
      </dgm:prSet>
      <dgm:spPr/>
    </dgm:pt>
    <dgm:pt modelId="{782459AC-B91D-49D1-97F0-4859F460F42F}" type="pres">
      <dgm:prSet presAssocID="{DC1C00E0-6E8A-47BC-B65F-0E4BF73D10DE}" presName="parTrans" presStyleLbl="sibTrans2D1" presStyleIdx="8" presStyleCnt="11"/>
      <dgm:spPr/>
    </dgm:pt>
    <dgm:pt modelId="{97A49559-AB01-4EC9-A0F9-D6EA2871C18B}" type="pres">
      <dgm:prSet presAssocID="{DC1C00E0-6E8A-47BC-B65F-0E4BF73D10DE}" presName="connectorText" presStyleLbl="sibTrans2D1" presStyleIdx="8" presStyleCnt="11"/>
      <dgm:spPr/>
    </dgm:pt>
    <dgm:pt modelId="{00F1B7B8-87F4-49F5-A4E4-CDE52B87565B}" type="pres">
      <dgm:prSet presAssocID="{0EDA86B9-5BCB-412A-8739-1B489FD16C33}" presName="node" presStyleLbl="node1" presStyleIdx="8" presStyleCnt="11">
        <dgm:presLayoutVars>
          <dgm:bulletEnabled val="1"/>
        </dgm:presLayoutVars>
      </dgm:prSet>
      <dgm:spPr/>
    </dgm:pt>
    <dgm:pt modelId="{420BCBF1-F19B-4999-ACA9-B7F1C5D4E7CE}" type="pres">
      <dgm:prSet presAssocID="{86002444-A189-4BAF-93E3-26CBA7E8824A}" presName="parTrans" presStyleLbl="sibTrans2D1" presStyleIdx="9" presStyleCnt="11"/>
      <dgm:spPr/>
    </dgm:pt>
    <dgm:pt modelId="{E2FBB8DE-ED14-4655-9177-2F69FAC700EA}" type="pres">
      <dgm:prSet presAssocID="{86002444-A189-4BAF-93E3-26CBA7E8824A}" presName="connectorText" presStyleLbl="sibTrans2D1" presStyleIdx="9" presStyleCnt="11"/>
      <dgm:spPr/>
    </dgm:pt>
    <dgm:pt modelId="{1281564C-F31C-4D91-8CAA-1CCA915FCA57}" type="pres">
      <dgm:prSet presAssocID="{C5D83EEA-AE51-4865-8AF3-6A536A269BDF}" presName="node" presStyleLbl="node1" presStyleIdx="9" presStyleCnt="11">
        <dgm:presLayoutVars>
          <dgm:bulletEnabled val="1"/>
        </dgm:presLayoutVars>
      </dgm:prSet>
      <dgm:spPr/>
    </dgm:pt>
    <dgm:pt modelId="{BDCBB820-F509-4AAF-995F-689558373435}" type="pres">
      <dgm:prSet presAssocID="{516B4CD6-EF8E-43E9-B5B2-094A58BD4141}" presName="parTrans" presStyleLbl="sibTrans2D1" presStyleIdx="10" presStyleCnt="11"/>
      <dgm:spPr/>
    </dgm:pt>
    <dgm:pt modelId="{B415D3B9-523D-46DE-BE4C-A5BB46A510DC}" type="pres">
      <dgm:prSet presAssocID="{516B4CD6-EF8E-43E9-B5B2-094A58BD4141}" presName="connectorText" presStyleLbl="sibTrans2D1" presStyleIdx="10" presStyleCnt="11"/>
      <dgm:spPr/>
    </dgm:pt>
    <dgm:pt modelId="{A4C5163E-16E9-436A-8991-450801917C1A}" type="pres">
      <dgm:prSet presAssocID="{7144A8F0-3962-4FE9-8A71-C597EB0BFFC3}" presName="node" presStyleLbl="node1" presStyleIdx="10" presStyleCnt="11">
        <dgm:presLayoutVars>
          <dgm:bulletEnabled val="1"/>
        </dgm:presLayoutVars>
      </dgm:prSet>
      <dgm:spPr/>
    </dgm:pt>
  </dgm:ptLst>
  <dgm:cxnLst>
    <dgm:cxn modelId="{7B368D01-8D70-4AE4-B5ED-7279829381B6}" type="presOf" srcId="{FCB1C0DE-940F-459B-A905-E84221A7930B}" destId="{B8657FF7-59E9-4D24-B9C7-3346BE727655}" srcOrd="1" destOrd="0" presId="urn:microsoft.com/office/officeart/2005/8/layout/radial5"/>
    <dgm:cxn modelId="{C6B25C08-4E1B-4FD2-A2BB-9981DCA16B4F}" type="presOf" srcId="{06FDC871-8032-466E-BBED-465C613B7BE4}" destId="{CFDECE1B-02F4-41A4-8686-A1ABD13F4455}" srcOrd="0" destOrd="0" presId="urn:microsoft.com/office/officeart/2005/8/layout/radial5"/>
    <dgm:cxn modelId="{0C77AA09-4875-4B68-86C8-2835499E1E9B}" type="presOf" srcId="{3D1C99ED-20C1-4BEB-A7A0-C53CB7BEAA32}" destId="{890F7BA9-57CE-417B-B33B-B72B650D1403}" srcOrd="1" destOrd="0" presId="urn:microsoft.com/office/officeart/2005/8/layout/radial5"/>
    <dgm:cxn modelId="{37422813-21F5-4682-937D-696223C80112}" type="presOf" srcId="{F099BD47-BC51-4B73-AE38-4A93A85F7C82}" destId="{E6F6B1B7-4396-425E-B58D-6FBC16A21549}" srcOrd="1" destOrd="0" presId="urn:microsoft.com/office/officeart/2005/8/layout/radial5"/>
    <dgm:cxn modelId="{C59CC61D-797B-4C98-BEE7-703D4A68AC6B}" type="presOf" srcId="{C4745218-8DBA-4E8C-8044-4B9DBAB5EC6D}" destId="{B689959D-7901-4827-B09A-1D8D605139FC}" srcOrd="0" destOrd="0" presId="urn:microsoft.com/office/officeart/2005/8/layout/radial5"/>
    <dgm:cxn modelId="{E5DE7529-0423-4233-9ADF-6F6949CDD623}" type="presOf" srcId="{C7C2589A-F1EA-43AD-A1E4-85918E6E03D1}" destId="{F27E359C-133A-4B0E-BD42-3AA949E283A2}" srcOrd="0" destOrd="0" presId="urn:microsoft.com/office/officeart/2005/8/layout/radial5"/>
    <dgm:cxn modelId="{9B0CB729-3574-494B-A613-86C10B323CE9}" type="presOf" srcId="{C4745218-8DBA-4E8C-8044-4B9DBAB5EC6D}" destId="{819751BB-8F0D-42A9-B5F7-78CE2C392455}" srcOrd="1" destOrd="0" presId="urn:microsoft.com/office/officeart/2005/8/layout/radial5"/>
    <dgm:cxn modelId="{B7CFE634-3928-48C6-9A04-498384F0BFEB}" type="presOf" srcId="{63C6365F-1317-4770-8124-5A744E9EDD27}" destId="{3977E674-E4CF-4A77-8B10-28E1279A9806}" srcOrd="0" destOrd="0" presId="urn:microsoft.com/office/officeart/2005/8/layout/radial5"/>
    <dgm:cxn modelId="{351CB03A-9644-4961-AE54-09FCEF9E9243}" type="presOf" srcId="{AEA9829B-2B28-4240-991E-65D41B96FA94}" destId="{AFF64900-05A0-4F49-A512-1ED066EA08AD}" srcOrd="0" destOrd="0" presId="urn:microsoft.com/office/officeart/2005/8/layout/radial5"/>
    <dgm:cxn modelId="{FCCA643C-E1AD-4EE2-9BD5-58613345FBEB}" type="presOf" srcId="{389E0415-897E-497A-99D7-306DCBC572F2}" destId="{D32DFC3C-509A-4D97-9811-640C4B1C2B9C}" srcOrd="1" destOrd="0" presId="urn:microsoft.com/office/officeart/2005/8/layout/radial5"/>
    <dgm:cxn modelId="{B4929062-FEDE-4BCD-AA1C-0C36157834AB}" type="presOf" srcId="{86002444-A189-4BAF-93E3-26CBA7E8824A}" destId="{420BCBF1-F19B-4999-ACA9-B7F1C5D4E7CE}" srcOrd="0" destOrd="0" presId="urn:microsoft.com/office/officeart/2005/8/layout/radial5"/>
    <dgm:cxn modelId="{9D642463-4D3B-4073-A81D-709ADABC5909}" srcId="{C0E9B5D3-4DF6-4FDD-96B8-CB296A47D622}" destId="{F887F960-EB8A-4EFB-9070-EB3E35006779}" srcOrd="4" destOrd="0" parTransId="{63C6365F-1317-4770-8124-5A744E9EDD27}" sibTransId="{ECBF3ABA-9BCD-4864-8C8A-B5E74E94F50B}"/>
    <dgm:cxn modelId="{68304E63-3CA0-41B6-8A4B-2335277F610E}" srcId="{C0E9B5D3-4DF6-4FDD-96B8-CB296A47D622}" destId="{0FF2FAF0-99CE-466A-9390-E23BA9D5474D}" srcOrd="5" destOrd="0" parTransId="{C4745218-8DBA-4E8C-8044-4B9DBAB5EC6D}" sibTransId="{183A3228-BD3B-478E-B073-F2C9779DF9FE}"/>
    <dgm:cxn modelId="{0C9FF849-F04E-47DF-A22E-FD64AE3CE9D5}" srcId="{C0E9B5D3-4DF6-4FDD-96B8-CB296A47D622}" destId="{C7C2589A-F1EA-43AD-A1E4-85918E6E03D1}" srcOrd="1" destOrd="0" parTransId="{7B95E684-1E81-496A-8E9A-ED29115D27FD}" sibTransId="{FBCF053B-5BF8-4F4C-B6A7-FA04E0D81C2E}"/>
    <dgm:cxn modelId="{182F466A-0B0B-4534-A7A3-839EBA1C0DA9}" type="presOf" srcId="{0FF2FAF0-99CE-466A-9390-E23BA9D5474D}" destId="{ED4E1BF5-D5CF-4D10-9B9B-3719A542E40A}" srcOrd="0" destOrd="0" presId="urn:microsoft.com/office/officeart/2005/8/layout/radial5"/>
    <dgm:cxn modelId="{13CD976A-8DAD-4BBD-807A-01B1E7207222}" srcId="{C0E9B5D3-4DF6-4FDD-96B8-CB296A47D622}" destId="{BA2BC941-6258-4C44-9F9D-C3C790F55684}" srcOrd="3" destOrd="0" parTransId="{3D1C99ED-20C1-4BEB-A7A0-C53CB7BEAA32}" sibTransId="{7824E494-20B4-4BB2-9C06-68AF01CEDB1D}"/>
    <dgm:cxn modelId="{1417734C-B04B-40AB-AAE1-9CA26DEC264A}" srcId="{C0E9B5D3-4DF6-4FDD-96B8-CB296A47D622}" destId="{DB7A19F9-CFF9-48CD-B2C4-48E16357B952}" srcOrd="6" destOrd="0" parTransId="{FCB1C0DE-940F-459B-A905-E84221A7930B}" sibTransId="{8E8161F0-36BB-4EA1-B48E-8B1B3DE8E6AE}"/>
    <dgm:cxn modelId="{4BF8CB4D-4DED-48D4-8698-D5C79864E456}" type="presOf" srcId="{DC1C00E0-6E8A-47BC-B65F-0E4BF73D10DE}" destId="{782459AC-B91D-49D1-97F0-4859F460F42F}" srcOrd="0" destOrd="0" presId="urn:microsoft.com/office/officeart/2005/8/layout/radial5"/>
    <dgm:cxn modelId="{E3AC566F-7F2F-4AA4-9ADB-B980BCA08989}" type="presOf" srcId="{C5D83EEA-AE51-4865-8AF3-6A536A269BDF}" destId="{1281564C-F31C-4D91-8CAA-1CCA915FCA57}" srcOrd="0" destOrd="0" presId="urn:microsoft.com/office/officeart/2005/8/layout/radial5"/>
    <dgm:cxn modelId="{F5FE0550-0F44-4D25-938A-2A78E72A4A2B}" type="presOf" srcId="{E31E7BDD-465B-418F-927D-BBAEC028A9FA}" destId="{25E90E29-F7BA-44DE-A2FA-4AAB6EA7D74C}" srcOrd="0" destOrd="0" presId="urn:microsoft.com/office/officeart/2005/8/layout/radial5"/>
    <dgm:cxn modelId="{9AAA1271-03AE-49C3-ABAD-F009F7F46281}" type="presOf" srcId="{516B4CD6-EF8E-43E9-B5B2-094A58BD4141}" destId="{BDCBB820-F509-4AAF-995F-689558373435}" srcOrd="0" destOrd="0" presId="urn:microsoft.com/office/officeart/2005/8/layout/radial5"/>
    <dgm:cxn modelId="{7E968D51-C611-4783-8811-CEDB1753CE02}" srcId="{FD780131-B3CC-4581-9DC6-48906EC24796}" destId="{C0E9B5D3-4DF6-4FDD-96B8-CB296A47D622}" srcOrd="0" destOrd="0" parTransId="{ACC1FE7F-A412-4AF5-85DA-634CF87DDD97}" sibTransId="{C694D4F9-3C2A-4F85-81B5-C755C1609C03}"/>
    <dgm:cxn modelId="{86E6A473-12ED-4A5A-B29F-798CB6B47069}" type="presOf" srcId="{C0E9B5D3-4DF6-4FDD-96B8-CB296A47D622}" destId="{EA8101BE-F395-4A15-B086-68E9AF775189}" srcOrd="0" destOrd="0" presId="urn:microsoft.com/office/officeart/2005/8/layout/radial5"/>
    <dgm:cxn modelId="{AB764C58-87F5-492C-9B62-7E1A2E375DDE}" type="presOf" srcId="{FD780131-B3CC-4581-9DC6-48906EC24796}" destId="{CFEC40FE-D07D-4465-9A3C-9D64F63480B6}" srcOrd="0" destOrd="0" presId="urn:microsoft.com/office/officeart/2005/8/layout/radial5"/>
    <dgm:cxn modelId="{351C2D59-45D0-44AA-B69B-08283E8C1B21}" type="presOf" srcId="{3D1C99ED-20C1-4BEB-A7A0-C53CB7BEAA32}" destId="{D064B587-7444-470F-BFDE-F23B531A2FB0}" srcOrd="0" destOrd="0" presId="urn:microsoft.com/office/officeart/2005/8/layout/radial5"/>
    <dgm:cxn modelId="{00E6135A-48FD-4228-B309-F21079ED31A5}" srcId="{C0E9B5D3-4DF6-4FDD-96B8-CB296A47D622}" destId="{E31E7BDD-465B-418F-927D-BBAEC028A9FA}" srcOrd="0" destOrd="0" parTransId="{389E0415-897E-497A-99D7-306DCBC572F2}" sibTransId="{3620251C-BB32-4BF6-90B1-0002A3E7F6F7}"/>
    <dgm:cxn modelId="{454CA87D-E75C-4F23-8F52-AA899F329D82}" type="presOf" srcId="{0EDA86B9-5BCB-412A-8739-1B489FD16C33}" destId="{00F1B7B8-87F4-49F5-A4E4-CDE52B87565B}" srcOrd="0" destOrd="0" presId="urn:microsoft.com/office/officeart/2005/8/layout/radial5"/>
    <dgm:cxn modelId="{00B67186-4CFF-49DE-83BB-B44FB644CEA3}" srcId="{C0E9B5D3-4DF6-4FDD-96B8-CB296A47D622}" destId="{7144A8F0-3962-4FE9-8A71-C597EB0BFFC3}" srcOrd="10" destOrd="0" parTransId="{516B4CD6-EF8E-43E9-B5B2-094A58BD4141}" sibTransId="{5015F3E4-03C0-4A36-9CFE-2B09048D5622}"/>
    <dgm:cxn modelId="{A1A85899-11BE-4692-832F-A71751995BB7}" type="presOf" srcId="{DC1C00E0-6E8A-47BC-B65F-0E4BF73D10DE}" destId="{97A49559-AB01-4EC9-A0F9-D6EA2871C18B}" srcOrd="1" destOrd="0" presId="urn:microsoft.com/office/officeart/2005/8/layout/radial5"/>
    <dgm:cxn modelId="{5370BBA1-1724-4E23-92D3-B6AE3AB6CF01}" type="presOf" srcId="{63C6365F-1317-4770-8124-5A744E9EDD27}" destId="{89750920-AA0E-4013-9DFB-C378C8BE1543}" srcOrd="1" destOrd="0" presId="urn:microsoft.com/office/officeart/2005/8/layout/radial5"/>
    <dgm:cxn modelId="{28F739A2-136D-42E9-8EA9-FA0966E8C296}" type="presOf" srcId="{86002444-A189-4BAF-93E3-26CBA7E8824A}" destId="{E2FBB8DE-ED14-4655-9177-2F69FAC700EA}" srcOrd="1" destOrd="0" presId="urn:microsoft.com/office/officeart/2005/8/layout/radial5"/>
    <dgm:cxn modelId="{3E82B6B1-72EA-4CBF-85FE-D3769604EC5B}" type="presOf" srcId="{FCB1C0DE-940F-459B-A905-E84221A7930B}" destId="{E3EE96DF-F0A0-4565-9D11-E624B1BDF003}" srcOrd="0" destOrd="0" presId="urn:microsoft.com/office/officeart/2005/8/layout/radial5"/>
    <dgm:cxn modelId="{1A1282B9-4B7F-4B97-8D4B-4A85AF7F0B33}" type="presOf" srcId="{DB7A19F9-CFF9-48CD-B2C4-48E16357B952}" destId="{527EB035-94BE-409B-A77B-307406BB1497}" srcOrd="0" destOrd="0" presId="urn:microsoft.com/office/officeart/2005/8/layout/radial5"/>
    <dgm:cxn modelId="{8A215ABE-1ECD-43A4-9F5D-6C0A84C43B6B}" type="presOf" srcId="{7B95E684-1E81-496A-8E9A-ED29115D27FD}" destId="{868CEB68-0C6D-472C-AF38-C0C67361B513}" srcOrd="1" destOrd="0" presId="urn:microsoft.com/office/officeart/2005/8/layout/radial5"/>
    <dgm:cxn modelId="{F7AAA6C8-D35A-41EC-A795-2DAF46E1976F}" type="presOf" srcId="{389E0415-897E-497A-99D7-306DCBC572F2}" destId="{CB1D9C13-92C4-43BF-933C-8A3BB91B45AC}" srcOrd="0" destOrd="0" presId="urn:microsoft.com/office/officeart/2005/8/layout/radial5"/>
    <dgm:cxn modelId="{E62651D9-96EC-4C1E-971F-690D17C98E62}" type="presOf" srcId="{516B4CD6-EF8E-43E9-B5B2-094A58BD4141}" destId="{B415D3B9-523D-46DE-BE4C-A5BB46A510DC}" srcOrd="1" destOrd="0" presId="urn:microsoft.com/office/officeart/2005/8/layout/radial5"/>
    <dgm:cxn modelId="{B01953D9-8C5B-462D-9E57-258F79228DE1}" type="presOf" srcId="{7144A8F0-3962-4FE9-8A71-C597EB0BFFC3}" destId="{A4C5163E-16E9-436A-8991-450801917C1A}" srcOrd="0" destOrd="0" presId="urn:microsoft.com/office/officeart/2005/8/layout/radial5"/>
    <dgm:cxn modelId="{094282DC-1500-435F-BBAA-7859960A514D}" type="presOf" srcId="{B4198E4A-397C-46E0-9140-F5120492CB26}" destId="{CC54C38A-0FF0-4100-976F-649E17812D48}" srcOrd="0" destOrd="0" presId="urn:microsoft.com/office/officeart/2005/8/layout/radial5"/>
    <dgm:cxn modelId="{6E9420DE-C304-4557-A1F0-A12756C7C121}" srcId="{C0E9B5D3-4DF6-4FDD-96B8-CB296A47D622}" destId="{C5D83EEA-AE51-4865-8AF3-6A536A269BDF}" srcOrd="9" destOrd="0" parTransId="{86002444-A189-4BAF-93E3-26CBA7E8824A}" sibTransId="{2E32DA03-A0B0-467F-AB60-566BC600E965}"/>
    <dgm:cxn modelId="{7EEFE6DF-6B14-42BE-B67E-48FD479B31C4}" type="presOf" srcId="{F887F960-EB8A-4EFB-9070-EB3E35006779}" destId="{F077FA43-E7CE-41EF-9F3E-7687A0AAB414}" srcOrd="0" destOrd="0" presId="urn:microsoft.com/office/officeart/2005/8/layout/radial5"/>
    <dgm:cxn modelId="{FF4F02E3-D3DD-476A-A9CA-D741D7E07985}" type="presOf" srcId="{BA2BC941-6258-4C44-9F9D-C3C790F55684}" destId="{73A89695-97EA-4284-8D4D-3E4187D5A8DE}" srcOrd="0" destOrd="0" presId="urn:microsoft.com/office/officeart/2005/8/layout/radial5"/>
    <dgm:cxn modelId="{C40C69EA-213A-4325-ACF1-AF22CDB5306F}" type="presOf" srcId="{F099BD47-BC51-4B73-AE38-4A93A85F7C82}" destId="{5C8D2B3F-E424-4A16-ABA6-BC6EA0FF6DDE}" srcOrd="0" destOrd="0" presId="urn:microsoft.com/office/officeart/2005/8/layout/radial5"/>
    <dgm:cxn modelId="{AD84FCF6-38ED-46A8-9819-40AEF9B2E99A}" srcId="{C0E9B5D3-4DF6-4FDD-96B8-CB296A47D622}" destId="{AEA9829B-2B28-4240-991E-65D41B96FA94}" srcOrd="2" destOrd="0" parTransId="{F099BD47-BC51-4B73-AE38-4A93A85F7C82}" sibTransId="{C3BF936A-0FF2-4700-A3A2-61B121E56550}"/>
    <dgm:cxn modelId="{81A3CBFA-8D35-40A2-8EAF-071CDF6A1E9A}" type="presOf" srcId="{7B95E684-1E81-496A-8E9A-ED29115D27FD}" destId="{3EEED0DE-754D-4A8D-AE7D-5647DA74B869}" srcOrd="0" destOrd="0" presId="urn:microsoft.com/office/officeart/2005/8/layout/radial5"/>
    <dgm:cxn modelId="{740FF4FC-053F-42DB-BCB3-E3FE70A176BE}" srcId="{C0E9B5D3-4DF6-4FDD-96B8-CB296A47D622}" destId="{0EDA86B9-5BCB-412A-8739-1B489FD16C33}" srcOrd="8" destOrd="0" parTransId="{DC1C00E0-6E8A-47BC-B65F-0E4BF73D10DE}" sibTransId="{5D01777A-DD6C-4CDD-B7FA-5356A100831F}"/>
    <dgm:cxn modelId="{8F919BFD-3C42-40C0-A439-AE518A7C7D2E}" type="presOf" srcId="{B4198E4A-397C-46E0-9140-F5120492CB26}" destId="{97F8C35B-E6F4-4499-A401-095402237BBF}" srcOrd="1" destOrd="0" presId="urn:microsoft.com/office/officeart/2005/8/layout/radial5"/>
    <dgm:cxn modelId="{A04C95FE-3609-4C8B-87F9-569D4F1CC227}" srcId="{C0E9B5D3-4DF6-4FDD-96B8-CB296A47D622}" destId="{06FDC871-8032-466E-BBED-465C613B7BE4}" srcOrd="7" destOrd="0" parTransId="{B4198E4A-397C-46E0-9140-F5120492CB26}" sibTransId="{75B1B9C4-2A82-437F-B448-EF4214525751}"/>
    <dgm:cxn modelId="{534CE768-FA2A-4E68-94FF-09641DE676B7}" type="presParOf" srcId="{CFEC40FE-D07D-4465-9A3C-9D64F63480B6}" destId="{EA8101BE-F395-4A15-B086-68E9AF775189}" srcOrd="0" destOrd="0" presId="urn:microsoft.com/office/officeart/2005/8/layout/radial5"/>
    <dgm:cxn modelId="{BA824CB1-3428-4E8A-A468-D1CE93F05D18}" type="presParOf" srcId="{CFEC40FE-D07D-4465-9A3C-9D64F63480B6}" destId="{CB1D9C13-92C4-43BF-933C-8A3BB91B45AC}" srcOrd="1" destOrd="0" presId="urn:microsoft.com/office/officeart/2005/8/layout/radial5"/>
    <dgm:cxn modelId="{5B61C421-EB60-4D5D-9679-DEDD7F58AB07}" type="presParOf" srcId="{CB1D9C13-92C4-43BF-933C-8A3BB91B45AC}" destId="{D32DFC3C-509A-4D97-9811-640C4B1C2B9C}" srcOrd="0" destOrd="0" presId="urn:microsoft.com/office/officeart/2005/8/layout/radial5"/>
    <dgm:cxn modelId="{6F47979A-D7A8-466E-811C-A0EF8EDA1DC8}" type="presParOf" srcId="{CFEC40FE-D07D-4465-9A3C-9D64F63480B6}" destId="{25E90E29-F7BA-44DE-A2FA-4AAB6EA7D74C}" srcOrd="2" destOrd="0" presId="urn:microsoft.com/office/officeart/2005/8/layout/radial5"/>
    <dgm:cxn modelId="{D53AB0FD-B9D7-4776-8E60-2A591C25C11B}" type="presParOf" srcId="{CFEC40FE-D07D-4465-9A3C-9D64F63480B6}" destId="{3EEED0DE-754D-4A8D-AE7D-5647DA74B869}" srcOrd="3" destOrd="0" presId="urn:microsoft.com/office/officeart/2005/8/layout/radial5"/>
    <dgm:cxn modelId="{6E478738-C2E6-400E-864D-3B4921B6CAED}" type="presParOf" srcId="{3EEED0DE-754D-4A8D-AE7D-5647DA74B869}" destId="{868CEB68-0C6D-472C-AF38-C0C67361B513}" srcOrd="0" destOrd="0" presId="urn:microsoft.com/office/officeart/2005/8/layout/radial5"/>
    <dgm:cxn modelId="{F2E59283-F819-4C2C-A021-2D25219CD710}" type="presParOf" srcId="{CFEC40FE-D07D-4465-9A3C-9D64F63480B6}" destId="{F27E359C-133A-4B0E-BD42-3AA949E283A2}" srcOrd="4" destOrd="0" presId="urn:microsoft.com/office/officeart/2005/8/layout/radial5"/>
    <dgm:cxn modelId="{D46C0A2F-120D-461E-B78E-FE62EC4C619A}" type="presParOf" srcId="{CFEC40FE-D07D-4465-9A3C-9D64F63480B6}" destId="{5C8D2B3F-E424-4A16-ABA6-BC6EA0FF6DDE}" srcOrd="5" destOrd="0" presId="urn:microsoft.com/office/officeart/2005/8/layout/radial5"/>
    <dgm:cxn modelId="{FFA33E42-88B3-48C5-A396-ED327DDE453A}" type="presParOf" srcId="{5C8D2B3F-E424-4A16-ABA6-BC6EA0FF6DDE}" destId="{E6F6B1B7-4396-425E-B58D-6FBC16A21549}" srcOrd="0" destOrd="0" presId="urn:microsoft.com/office/officeart/2005/8/layout/radial5"/>
    <dgm:cxn modelId="{5449D652-96FD-476D-9921-8375BB28C79E}" type="presParOf" srcId="{CFEC40FE-D07D-4465-9A3C-9D64F63480B6}" destId="{AFF64900-05A0-4F49-A512-1ED066EA08AD}" srcOrd="6" destOrd="0" presId="urn:microsoft.com/office/officeart/2005/8/layout/radial5"/>
    <dgm:cxn modelId="{2B110B4B-870D-4DCD-9881-32F3277A550F}" type="presParOf" srcId="{CFEC40FE-D07D-4465-9A3C-9D64F63480B6}" destId="{D064B587-7444-470F-BFDE-F23B531A2FB0}" srcOrd="7" destOrd="0" presId="urn:microsoft.com/office/officeart/2005/8/layout/radial5"/>
    <dgm:cxn modelId="{2136B23E-A838-412A-8FFD-B00707EBE149}" type="presParOf" srcId="{D064B587-7444-470F-BFDE-F23B531A2FB0}" destId="{890F7BA9-57CE-417B-B33B-B72B650D1403}" srcOrd="0" destOrd="0" presId="urn:microsoft.com/office/officeart/2005/8/layout/radial5"/>
    <dgm:cxn modelId="{4EE3CE39-04C8-44A9-AA89-E39D792B6710}" type="presParOf" srcId="{CFEC40FE-D07D-4465-9A3C-9D64F63480B6}" destId="{73A89695-97EA-4284-8D4D-3E4187D5A8DE}" srcOrd="8" destOrd="0" presId="urn:microsoft.com/office/officeart/2005/8/layout/radial5"/>
    <dgm:cxn modelId="{6F7EC44F-340D-4A48-BAC8-03D9DF66AF7C}" type="presParOf" srcId="{CFEC40FE-D07D-4465-9A3C-9D64F63480B6}" destId="{3977E674-E4CF-4A77-8B10-28E1279A9806}" srcOrd="9" destOrd="0" presId="urn:microsoft.com/office/officeart/2005/8/layout/radial5"/>
    <dgm:cxn modelId="{4E2E850B-C3CA-4DB7-AEE4-D58343AD068A}" type="presParOf" srcId="{3977E674-E4CF-4A77-8B10-28E1279A9806}" destId="{89750920-AA0E-4013-9DFB-C378C8BE1543}" srcOrd="0" destOrd="0" presId="urn:microsoft.com/office/officeart/2005/8/layout/radial5"/>
    <dgm:cxn modelId="{0D3E0099-3C1E-46C3-95F5-347C58125FF5}" type="presParOf" srcId="{CFEC40FE-D07D-4465-9A3C-9D64F63480B6}" destId="{F077FA43-E7CE-41EF-9F3E-7687A0AAB414}" srcOrd="10" destOrd="0" presId="urn:microsoft.com/office/officeart/2005/8/layout/radial5"/>
    <dgm:cxn modelId="{0AA7369F-D281-4800-9670-D9330F0826AC}" type="presParOf" srcId="{CFEC40FE-D07D-4465-9A3C-9D64F63480B6}" destId="{B689959D-7901-4827-B09A-1D8D605139FC}" srcOrd="11" destOrd="0" presId="urn:microsoft.com/office/officeart/2005/8/layout/radial5"/>
    <dgm:cxn modelId="{C2E01C19-0401-4E32-A5D4-A12678CAD316}" type="presParOf" srcId="{B689959D-7901-4827-B09A-1D8D605139FC}" destId="{819751BB-8F0D-42A9-B5F7-78CE2C392455}" srcOrd="0" destOrd="0" presId="urn:microsoft.com/office/officeart/2005/8/layout/radial5"/>
    <dgm:cxn modelId="{FDBC41D4-FEEF-4F02-82CE-323A6AE4C6FD}" type="presParOf" srcId="{CFEC40FE-D07D-4465-9A3C-9D64F63480B6}" destId="{ED4E1BF5-D5CF-4D10-9B9B-3719A542E40A}" srcOrd="12" destOrd="0" presId="urn:microsoft.com/office/officeart/2005/8/layout/radial5"/>
    <dgm:cxn modelId="{4D1D715C-6634-4EB8-A717-7909BC4A247E}" type="presParOf" srcId="{CFEC40FE-D07D-4465-9A3C-9D64F63480B6}" destId="{E3EE96DF-F0A0-4565-9D11-E624B1BDF003}" srcOrd="13" destOrd="0" presId="urn:microsoft.com/office/officeart/2005/8/layout/radial5"/>
    <dgm:cxn modelId="{EDA9B6EE-E7D2-4118-B473-368A5CD25FA7}" type="presParOf" srcId="{E3EE96DF-F0A0-4565-9D11-E624B1BDF003}" destId="{B8657FF7-59E9-4D24-B9C7-3346BE727655}" srcOrd="0" destOrd="0" presId="urn:microsoft.com/office/officeart/2005/8/layout/radial5"/>
    <dgm:cxn modelId="{842EC70F-EBFC-4EC1-A142-C95612AF9F7F}" type="presParOf" srcId="{CFEC40FE-D07D-4465-9A3C-9D64F63480B6}" destId="{527EB035-94BE-409B-A77B-307406BB1497}" srcOrd="14" destOrd="0" presId="urn:microsoft.com/office/officeart/2005/8/layout/radial5"/>
    <dgm:cxn modelId="{8745D366-9BD0-4489-A8D0-9B5009FF2007}" type="presParOf" srcId="{CFEC40FE-D07D-4465-9A3C-9D64F63480B6}" destId="{CC54C38A-0FF0-4100-976F-649E17812D48}" srcOrd="15" destOrd="0" presId="urn:microsoft.com/office/officeart/2005/8/layout/radial5"/>
    <dgm:cxn modelId="{5B66C9C6-DAC9-4B72-BAF3-AB4936D1DE92}" type="presParOf" srcId="{CC54C38A-0FF0-4100-976F-649E17812D48}" destId="{97F8C35B-E6F4-4499-A401-095402237BBF}" srcOrd="0" destOrd="0" presId="urn:microsoft.com/office/officeart/2005/8/layout/radial5"/>
    <dgm:cxn modelId="{35E15DE6-9505-4F78-82F5-E12C5101974F}" type="presParOf" srcId="{CFEC40FE-D07D-4465-9A3C-9D64F63480B6}" destId="{CFDECE1B-02F4-41A4-8686-A1ABD13F4455}" srcOrd="16" destOrd="0" presId="urn:microsoft.com/office/officeart/2005/8/layout/radial5"/>
    <dgm:cxn modelId="{8DDB5511-3DEE-4893-B89A-5F6EDD8964F9}" type="presParOf" srcId="{CFEC40FE-D07D-4465-9A3C-9D64F63480B6}" destId="{782459AC-B91D-49D1-97F0-4859F460F42F}" srcOrd="17" destOrd="0" presId="urn:microsoft.com/office/officeart/2005/8/layout/radial5"/>
    <dgm:cxn modelId="{92C18FF8-8EAE-4086-9529-762E5EB6F1BE}" type="presParOf" srcId="{782459AC-B91D-49D1-97F0-4859F460F42F}" destId="{97A49559-AB01-4EC9-A0F9-D6EA2871C18B}" srcOrd="0" destOrd="0" presId="urn:microsoft.com/office/officeart/2005/8/layout/radial5"/>
    <dgm:cxn modelId="{99DC05FC-FEE5-4F6D-BD30-4A6B18318F4E}" type="presParOf" srcId="{CFEC40FE-D07D-4465-9A3C-9D64F63480B6}" destId="{00F1B7B8-87F4-49F5-A4E4-CDE52B87565B}" srcOrd="18" destOrd="0" presId="urn:microsoft.com/office/officeart/2005/8/layout/radial5"/>
    <dgm:cxn modelId="{CE681B85-6620-4941-B066-A47AF1270A0B}" type="presParOf" srcId="{CFEC40FE-D07D-4465-9A3C-9D64F63480B6}" destId="{420BCBF1-F19B-4999-ACA9-B7F1C5D4E7CE}" srcOrd="19" destOrd="0" presId="urn:microsoft.com/office/officeart/2005/8/layout/radial5"/>
    <dgm:cxn modelId="{77407D62-4311-47FE-916F-CB5E3F8D4B16}" type="presParOf" srcId="{420BCBF1-F19B-4999-ACA9-B7F1C5D4E7CE}" destId="{E2FBB8DE-ED14-4655-9177-2F69FAC700EA}" srcOrd="0" destOrd="0" presId="urn:microsoft.com/office/officeart/2005/8/layout/radial5"/>
    <dgm:cxn modelId="{A24A5E11-C674-45B3-8CB1-8E413435D4DF}" type="presParOf" srcId="{CFEC40FE-D07D-4465-9A3C-9D64F63480B6}" destId="{1281564C-F31C-4D91-8CAA-1CCA915FCA57}" srcOrd="20" destOrd="0" presId="urn:microsoft.com/office/officeart/2005/8/layout/radial5"/>
    <dgm:cxn modelId="{6ECB641F-6383-435A-856B-2816401C5665}" type="presParOf" srcId="{CFEC40FE-D07D-4465-9A3C-9D64F63480B6}" destId="{BDCBB820-F509-4AAF-995F-689558373435}" srcOrd="21" destOrd="0" presId="urn:microsoft.com/office/officeart/2005/8/layout/radial5"/>
    <dgm:cxn modelId="{547D3E7F-0F55-4709-ADA9-A204D0840E8C}" type="presParOf" srcId="{BDCBB820-F509-4AAF-995F-689558373435}" destId="{B415D3B9-523D-46DE-BE4C-A5BB46A510DC}" srcOrd="0" destOrd="0" presId="urn:microsoft.com/office/officeart/2005/8/layout/radial5"/>
    <dgm:cxn modelId="{D7BDED97-4E5F-48B4-B03D-3BAEA63C1928}" type="presParOf" srcId="{CFEC40FE-D07D-4465-9A3C-9D64F63480B6}" destId="{A4C5163E-16E9-436A-8991-450801917C1A}" srcOrd="22"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t>COO</a:t>
          </a:r>
          <a:endParaRPr lang="en-US" sz="1400" dirty="0"/>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dirty="0"/>
            <a:t>CFO</a:t>
          </a:r>
          <a:endParaRPr lang="en-US" sz="1400" dirty="0"/>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800" b="1" dirty="0">
              <a:solidFill>
                <a:srgbClr val="F4EE00"/>
              </a:solidFill>
            </a:rPr>
            <a:t>CEO</a:t>
          </a:r>
          <a:endParaRPr lang="en-US" sz="1800" b="1" dirty="0">
            <a:solidFill>
              <a:srgbClr val="F4EE00"/>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5E21344B-A528-48D3-BB92-FF29C4731305}">
      <dgm:prSet phldrT="[Text]" phldr="0" custT="1"/>
      <dgm:spPr/>
      <dgm:t>
        <a:bodyPr/>
        <a:lstStyle/>
        <a:p>
          <a:r>
            <a:rPr lang="en-US" sz="2000" dirty="0"/>
            <a:t>CMO</a:t>
          </a:r>
        </a:p>
      </dgm:t>
    </dgm:pt>
    <dgm:pt modelId="{B58293B0-8537-426F-B12E-DA017EC31011}" type="parTrans" cxnId="{4A132EE4-D242-4847-ABEC-EDAE203BC67D}">
      <dgm:prSet/>
      <dgm:spPr/>
      <dgm:t>
        <a:bodyPr/>
        <a:lstStyle/>
        <a:p>
          <a:endParaRPr lang="en-US"/>
        </a:p>
      </dgm:t>
    </dgm:pt>
    <dgm:pt modelId="{89B5B7B0-8298-445A-AD8D-2F1825E685A3}" type="sibTrans" cxnId="{4A132EE4-D242-4847-ABEC-EDAE203BC67D}">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E9251F9D-8996-4471-9F39-FFC45CA5427A}" type="pres">
      <dgm:prSet presAssocID="{B58293B0-8537-426F-B12E-DA017EC31011}" presName="parTrans" presStyleLbl="sibTrans2D1" presStyleIdx="3" presStyleCnt="4"/>
      <dgm:spPr/>
    </dgm:pt>
    <dgm:pt modelId="{7357AAAD-A173-4D76-BD03-1E1118214655}" type="pres">
      <dgm:prSet presAssocID="{B58293B0-8537-426F-B12E-DA017EC31011}" presName="connectorText" presStyleLbl="sibTrans2D1" presStyleIdx="3" presStyleCnt="4"/>
      <dgm:spPr/>
    </dgm:pt>
    <dgm:pt modelId="{686DAC8A-50C1-402B-8F1B-55411E40802C}" type="pres">
      <dgm:prSet presAssocID="{5E21344B-A528-48D3-BB92-FF29C4731305}" presName="node" presStyleLbl="node1" presStyleIdx="3" presStyleCnt="4">
        <dgm:presLayoutVars>
          <dgm:bulletEnabled val="1"/>
        </dgm:presLayoutVars>
      </dgm:prSet>
      <dgm:spPr/>
    </dgm:pt>
  </dgm:ptLst>
  <dgm:cxnLst>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4159C242-D56C-4A10-AE35-CEFE94A3E477}" type="presOf" srcId="{5E21344B-A528-48D3-BB92-FF29C4731305}" destId="{686DAC8A-50C1-402B-8F1B-55411E40802C}" srcOrd="0" destOrd="0" presId="urn:microsoft.com/office/officeart/2005/8/layout/radial5"/>
    <dgm:cxn modelId="{4E887256-6C15-4049-A3DD-A72370059EC6}" type="presOf" srcId="{B58293B0-8537-426F-B12E-DA017EC31011}" destId="{E9251F9D-8996-4471-9F39-FFC45CA5427A}"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7A65039D-C75C-47FB-B241-0BAF005E6BA0}" type="presOf" srcId="{B58293B0-8537-426F-B12E-DA017EC31011}" destId="{7357AAAD-A173-4D76-BD03-1E1118214655}" srcOrd="1" destOrd="0" presId="urn:microsoft.com/office/officeart/2005/8/layout/radial5"/>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4A132EE4-D242-4847-ABEC-EDAE203BC67D}" srcId="{9929AD75-085F-4B65-BE7D-933E99C23ADC}" destId="{5E21344B-A528-48D3-BB92-FF29C4731305}" srcOrd="3" destOrd="0" parTransId="{B58293B0-8537-426F-B12E-DA017EC31011}" sibTransId="{89B5B7B0-8298-445A-AD8D-2F1825E685A3}"/>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544AF1DD-C4A3-47BC-89FD-E7471E717781}" type="presParOf" srcId="{66264EE3-C320-457F-9C97-C575D55BC6B4}" destId="{E9251F9D-8996-4471-9F39-FFC45CA5427A}" srcOrd="7" destOrd="0" presId="urn:microsoft.com/office/officeart/2005/8/layout/radial5"/>
    <dgm:cxn modelId="{82AC4858-397B-47C3-8FF7-EFEC136BD148}" type="presParOf" srcId="{E9251F9D-8996-4471-9F39-FFC45CA5427A}" destId="{7357AAAD-A173-4D76-BD03-1E1118214655}" srcOrd="0" destOrd="0" presId="urn:microsoft.com/office/officeart/2005/8/layout/radial5"/>
    <dgm:cxn modelId="{42A64C25-5ADC-4820-B67E-93BC01126445}" type="presParOf" srcId="{66264EE3-C320-457F-9C97-C575D55BC6B4}" destId="{686DAC8A-50C1-402B-8F1B-55411E40802C}"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800" b="1" dirty="0">
              <a:solidFill>
                <a:srgbClr val="F4EE00"/>
              </a:solidFill>
            </a:rPr>
            <a:t>COO</a:t>
          </a:r>
          <a:endParaRPr lang="en-US" sz="1400" b="1" dirty="0">
            <a:solidFill>
              <a:srgbClr val="F4EE00"/>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a:t>CFO</a:t>
          </a:r>
          <a:endParaRPr lang="en-US" sz="1400" dirty="0"/>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ECBBF66A-6CAD-4C5F-B325-BD8BF1E98119}">
      <dgm:prSet phldrT="[Text]" phldr="0" custT="1"/>
      <dgm:spPr/>
      <dgm:t>
        <a:bodyPr/>
        <a:lstStyle/>
        <a:p>
          <a:r>
            <a:rPr lang="en-US" sz="2000" dirty="0"/>
            <a:t>CMO</a:t>
          </a:r>
        </a:p>
      </dgm:t>
    </dgm:pt>
    <dgm:pt modelId="{158E2531-857C-465C-B7FE-296A0B8C066B}" type="parTrans" cxnId="{EF91EAAE-C136-443C-9045-0E9F2D21DAA2}">
      <dgm:prSet/>
      <dgm:spPr/>
      <dgm:t>
        <a:bodyPr/>
        <a:lstStyle/>
        <a:p>
          <a:endParaRPr lang="en-US"/>
        </a:p>
      </dgm:t>
    </dgm:pt>
    <dgm:pt modelId="{63299139-6490-4AF5-BE52-2B0B1480079F}" type="sibTrans" cxnId="{EF91EAAE-C136-443C-9045-0E9F2D21DAA2}">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51CBBC31-EA09-437E-A065-5DFB13A2D7E8}" type="pres">
      <dgm:prSet presAssocID="{158E2531-857C-465C-B7FE-296A0B8C066B}" presName="parTrans" presStyleLbl="sibTrans2D1" presStyleIdx="3" presStyleCnt="4"/>
      <dgm:spPr/>
    </dgm:pt>
    <dgm:pt modelId="{356B7E45-D52E-4D60-9F70-3B78D5F0AD8B}" type="pres">
      <dgm:prSet presAssocID="{158E2531-857C-465C-B7FE-296A0B8C066B}" presName="connectorText" presStyleLbl="sibTrans2D1" presStyleIdx="3" presStyleCnt="4"/>
      <dgm:spPr/>
    </dgm:pt>
    <dgm:pt modelId="{D13ECB7A-86D9-4B02-B3EC-1A28C2083312}" type="pres">
      <dgm:prSet presAssocID="{ECBBF66A-6CAD-4C5F-B325-BD8BF1E98119}" presName="node" presStyleLbl="node1" presStyleIdx="3" presStyleCnt="4">
        <dgm:presLayoutVars>
          <dgm:bulletEnabled val="1"/>
        </dgm:presLayoutVars>
      </dgm:prSet>
      <dgm:spPr/>
    </dgm:pt>
  </dgm:ptLst>
  <dgm:cxnLst>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1C6D66B-3D21-44BC-AA52-3B217E64163D}" type="presOf" srcId="{ECBBF66A-6CAD-4C5F-B325-BD8BF1E98119}" destId="{D13ECB7A-86D9-4B02-B3EC-1A28C2083312}" srcOrd="0" destOrd="0" presId="urn:microsoft.com/office/officeart/2005/8/layout/radial5"/>
    <dgm:cxn modelId="{5DD0B979-975F-42A5-88B5-B18CA80E97B7}" type="presOf" srcId="{158E2531-857C-465C-B7FE-296A0B8C066B}" destId="{51CBBC31-EA09-437E-A065-5DFB13A2D7E8}"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32B66D7B-72A1-44E9-9550-6E3486FE9C6A}" type="presOf" srcId="{158E2531-857C-465C-B7FE-296A0B8C066B}" destId="{356B7E45-D52E-4D60-9F70-3B78D5F0AD8B}" srcOrd="1"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EF91EAAE-C136-443C-9045-0E9F2D21DAA2}" srcId="{9929AD75-085F-4B65-BE7D-933E99C23ADC}" destId="{ECBBF66A-6CAD-4C5F-B325-BD8BF1E98119}" srcOrd="3" destOrd="0" parTransId="{158E2531-857C-465C-B7FE-296A0B8C066B}" sibTransId="{63299139-6490-4AF5-BE52-2B0B1480079F}"/>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532FC903-FA34-464E-A7F4-E538C166BFB2}" type="presParOf" srcId="{66264EE3-C320-457F-9C97-C575D55BC6B4}" destId="{51CBBC31-EA09-437E-A065-5DFB13A2D7E8}" srcOrd="7" destOrd="0" presId="urn:microsoft.com/office/officeart/2005/8/layout/radial5"/>
    <dgm:cxn modelId="{6B77704E-DA60-45CF-85D6-75F13A8EC244}" type="presParOf" srcId="{51CBBC31-EA09-437E-A065-5DFB13A2D7E8}" destId="{356B7E45-D52E-4D60-9F70-3B78D5F0AD8B}" srcOrd="0" destOrd="0" presId="urn:microsoft.com/office/officeart/2005/8/layout/radial5"/>
    <dgm:cxn modelId="{7A0C77EA-662E-4843-A2E3-89C465370722}" type="presParOf" srcId="{66264EE3-C320-457F-9C97-C575D55BC6B4}" destId="{D13ECB7A-86D9-4B02-B3EC-1A28C2083312}"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solidFill>
                <a:schemeClr val="bg1"/>
              </a:solidFill>
            </a:rPr>
            <a:t>COO</a:t>
          </a:r>
          <a:endParaRPr lang="en-US" sz="1400" dirty="0">
            <a:solidFill>
              <a:schemeClr val="bg1"/>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800" b="1" dirty="0">
              <a:solidFill>
                <a:srgbClr val="F4EE00"/>
              </a:solidFill>
            </a:rPr>
            <a:t>CFO</a:t>
          </a:r>
          <a:endParaRPr lang="en-US" sz="1400" b="1" dirty="0">
            <a:solidFill>
              <a:srgbClr val="F4EE00"/>
            </a:solidFill>
          </a:endParaRPr>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78C49AE9-EEA5-4201-BD62-36353905D25F}">
      <dgm:prSet phldrT="[Text]" phldr="0" custT="1"/>
      <dgm:spPr/>
      <dgm:t>
        <a:bodyPr/>
        <a:lstStyle/>
        <a:p>
          <a:r>
            <a:rPr lang="en-US" sz="2000" b="0" dirty="0">
              <a:solidFill>
                <a:schemeClr val="bg1"/>
              </a:solidFill>
            </a:rPr>
            <a:t>CMO</a:t>
          </a:r>
          <a:endParaRPr lang="en-US" sz="1400" b="0" dirty="0">
            <a:solidFill>
              <a:schemeClr val="bg1"/>
            </a:solidFill>
          </a:endParaRPr>
        </a:p>
      </dgm:t>
    </dgm:pt>
    <dgm:pt modelId="{9C1C45C0-B1CC-426F-9B27-F1E967664A88}" type="parTrans" cxnId="{56CDED0D-3375-4AD6-A267-60622F87E465}">
      <dgm:prSet/>
      <dgm:spPr/>
      <dgm:t>
        <a:bodyPr/>
        <a:lstStyle/>
        <a:p>
          <a:endParaRPr lang="en-US"/>
        </a:p>
      </dgm:t>
    </dgm:pt>
    <dgm:pt modelId="{6091D234-C527-41D7-8ABA-01051ECE21BE}" type="sibTrans" cxnId="{56CDED0D-3375-4AD6-A267-60622F87E465}">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C0BA0A2F-9019-4CCA-9510-7803AF5E9484}" type="pres">
      <dgm:prSet presAssocID="{9C1C45C0-B1CC-426F-9B27-F1E967664A88}" presName="parTrans" presStyleLbl="sibTrans2D1" presStyleIdx="3" presStyleCnt="4"/>
      <dgm:spPr/>
    </dgm:pt>
    <dgm:pt modelId="{74C82DD0-E0E2-4E4F-AC27-55E4CAC191B1}" type="pres">
      <dgm:prSet presAssocID="{9C1C45C0-B1CC-426F-9B27-F1E967664A88}" presName="connectorText" presStyleLbl="sibTrans2D1" presStyleIdx="3" presStyleCnt="4"/>
      <dgm:spPr/>
    </dgm:pt>
    <dgm:pt modelId="{F0F79613-3DAD-46C5-8ADA-25779C241E8E}" type="pres">
      <dgm:prSet presAssocID="{78C49AE9-EEA5-4201-BD62-36353905D25F}" presName="node" presStyleLbl="node1" presStyleIdx="3" presStyleCnt="4">
        <dgm:presLayoutVars>
          <dgm:bulletEnabled val="1"/>
        </dgm:presLayoutVars>
      </dgm:prSet>
      <dgm:spPr/>
    </dgm:pt>
  </dgm:ptLst>
  <dgm:cxnLst>
    <dgm:cxn modelId="{56CDED0D-3375-4AD6-A267-60622F87E465}" srcId="{9929AD75-085F-4B65-BE7D-933E99C23ADC}" destId="{78C49AE9-EEA5-4201-BD62-36353905D25F}" srcOrd="3" destOrd="0" parTransId="{9C1C45C0-B1CC-426F-9B27-F1E967664A88}" sibTransId="{6091D234-C527-41D7-8ABA-01051ECE21BE}"/>
    <dgm:cxn modelId="{67FE130F-313E-4E4B-BE29-A285E578EAE0}" type="presOf" srcId="{9C1C45C0-B1CC-426F-9B27-F1E967664A88}" destId="{74C82DD0-E0E2-4E4F-AC27-55E4CAC191B1}" srcOrd="1" destOrd="0" presId="urn:microsoft.com/office/officeart/2005/8/layout/radial5"/>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7D55464-4F51-44EB-8718-0DE6FAF90BC0}" type="presOf" srcId="{78C49AE9-EEA5-4201-BD62-36353905D25F}" destId="{F0F79613-3DAD-46C5-8ADA-25779C241E8E}" srcOrd="0" destOrd="0" presId="urn:microsoft.com/office/officeart/2005/8/layout/radial5"/>
    <dgm:cxn modelId="{98D8C279-2BA2-4789-B232-8A4634BF2A30}" type="presOf" srcId="{9C1C45C0-B1CC-426F-9B27-F1E967664A88}" destId="{C0BA0A2F-9019-4CCA-9510-7803AF5E9484}"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4F32378D-369B-432D-B020-2903B15E3D44}" type="presParOf" srcId="{66264EE3-C320-457F-9C97-C575D55BC6B4}" destId="{C0BA0A2F-9019-4CCA-9510-7803AF5E9484}" srcOrd="7" destOrd="0" presId="urn:microsoft.com/office/officeart/2005/8/layout/radial5"/>
    <dgm:cxn modelId="{B6C7F411-E681-492D-AAE3-776040B885B0}" type="presParOf" srcId="{C0BA0A2F-9019-4CCA-9510-7803AF5E9484}" destId="{74C82DD0-E0E2-4E4F-AC27-55E4CAC191B1}" srcOrd="0" destOrd="0" presId="urn:microsoft.com/office/officeart/2005/8/layout/radial5"/>
    <dgm:cxn modelId="{9B9F60F8-2F63-4539-B6AA-4D4639D92BB1}" type="presParOf" srcId="{66264EE3-C320-457F-9C97-C575D55BC6B4}" destId="{F0F79613-3DAD-46C5-8ADA-25779C241E8E}"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17A378C-CFB7-410F-A6FB-6EECA772BBDA}" type="doc">
      <dgm:prSet loTypeId="urn:microsoft.com/office/officeart/2005/8/layout/radial5" loCatId="relationship" qsTypeId="urn:microsoft.com/office/officeart/2005/8/quickstyle/3d1" qsCatId="3D" csTypeId="urn:microsoft.com/office/officeart/2005/8/colors/accent1_2" csCatId="accent1" phldr="1"/>
      <dgm:spPr/>
      <dgm:t>
        <a:bodyPr/>
        <a:lstStyle/>
        <a:p>
          <a:endParaRPr lang="en-US"/>
        </a:p>
      </dgm:t>
    </dgm:pt>
    <dgm:pt modelId="{9929AD75-085F-4B65-BE7D-933E99C23ADC}">
      <dgm:prSet phldrT="[Text]" phldr="0" custT="1"/>
      <dgm:spPr/>
      <dgm:t>
        <a:bodyPr/>
        <a:lstStyle/>
        <a:p>
          <a:r>
            <a:rPr lang="en-US" sz="2000" b="1" dirty="0">
              <a:solidFill>
                <a:srgbClr val="F4EE00"/>
              </a:solidFill>
            </a:rPr>
            <a:t>C-level </a:t>
          </a:r>
          <a:r>
            <a:rPr lang="en-US" sz="1200" b="1" dirty="0">
              <a:solidFill>
                <a:schemeClr val="bg1"/>
              </a:solidFill>
            </a:rPr>
            <a:t>Management</a:t>
          </a:r>
          <a:endParaRPr lang="en-US" sz="2000" b="1" dirty="0">
            <a:solidFill>
              <a:schemeClr val="bg1"/>
            </a:solidFill>
          </a:endParaRPr>
        </a:p>
      </dgm:t>
    </dgm:pt>
    <dgm:pt modelId="{3C555EA4-7E63-4798-8BB8-A223F8A0987F}" type="parTrans" cxnId="{6EEAA192-FFBA-44B7-8B7B-814ED9E7355D}">
      <dgm:prSet/>
      <dgm:spPr/>
      <dgm:t>
        <a:bodyPr/>
        <a:lstStyle/>
        <a:p>
          <a:endParaRPr lang="en-US"/>
        </a:p>
      </dgm:t>
    </dgm:pt>
    <dgm:pt modelId="{3A9646BD-3181-4D2D-A4E9-70E8D644D50D}" type="sibTrans" cxnId="{6EEAA192-FFBA-44B7-8B7B-814ED9E7355D}">
      <dgm:prSet/>
      <dgm:spPr/>
      <dgm:t>
        <a:bodyPr/>
        <a:lstStyle/>
        <a:p>
          <a:endParaRPr lang="en-US"/>
        </a:p>
      </dgm:t>
    </dgm:pt>
    <dgm:pt modelId="{A2E80D46-DA41-4567-9D9E-E2B90FF46695}">
      <dgm:prSet phldrT="[Text]" phldr="0" custT="1"/>
      <dgm:spPr/>
      <dgm:t>
        <a:bodyPr/>
        <a:lstStyle/>
        <a:p>
          <a:r>
            <a:rPr lang="en-US" sz="2000" dirty="0">
              <a:solidFill>
                <a:schemeClr val="bg1"/>
              </a:solidFill>
            </a:rPr>
            <a:t>COO</a:t>
          </a:r>
          <a:endParaRPr lang="en-US" sz="1400" dirty="0">
            <a:solidFill>
              <a:schemeClr val="bg1"/>
            </a:solidFill>
          </a:endParaRPr>
        </a:p>
      </dgm:t>
    </dgm:pt>
    <dgm:pt modelId="{BDB2AFAB-A96D-492F-86E4-8AA9A5AB1D95}" type="parTrans" cxnId="{CB2B7382-7D7D-4EA2-90C6-97A0AF1A113A}">
      <dgm:prSet/>
      <dgm:spPr/>
      <dgm:t>
        <a:bodyPr/>
        <a:lstStyle/>
        <a:p>
          <a:endParaRPr lang="en-US"/>
        </a:p>
      </dgm:t>
    </dgm:pt>
    <dgm:pt modelId="{002B3C94-1A92-4000-9AC4-36F34E28B459}" type="sibTrans" cxnId="{CB2B7382-7D7D-4EA2-90C6-97A0AF1A113A}">
      <dgm:prSet/>
      <dgm:spPr/>
      <dgm:t>
        <a:bodyPr/>
        <a:lstStyle/>
        <a:p>
          <a:endParaRPr lang="en-US"/>
        </a:p>
      </dgm:t>
    </dgm:pt>
    <dgm:pt modelId="{26B5F653-0F22-441D-8405-718BB6107D70}">
      <dgm:prSet phldrT="[Text]" phldr="0" custT="1"/>
      <dgm:spPr/>
      <dgm:t>
        <a:bodyPr/>
        <a:lstStyle/>
        <a:p>
          <a:r>
            <a:rPr lang="en-US" sz="2000" kern="1200" dirty="0">
              <a:solidFill>
                <a:prstClr val="white"/>
              </a:solidFill>
              <a:latin typeface="Trebuchet MS" panose="020B0603020202020204"/>
              <a:ea typeface="+mn-ea"/>
              <a:cs typeface="+mn-cs"/>
            </a:rPr>
            <a:t>CFO</a:t>
          </a:r>
        </a:p>
      </dgm:t>
    </dgm:pt>
    <dgm:pt modelId="{E68D932D-89BC-4538-89D0-D04AE60A83BE}" type="parTrans" cxnId="{01F9C41A-B0DC-4948-A01E-F4739A6681AE}">
      <dgm:prSet/>
      <dgm:spPr/>
      <dgm:t>
        <a:bodyPr/>
        <a:lstStyle/>
        <a:p>
          <a:endParaRPr lang="en-US"/>
        </a:p>
      </dgm:t>
    </dgm:pt>
    <dgm:pt modelId="{A506A5B9-55F0-489D-B655-42D456B7CCED}" type="sibTrans" cxnId="{01F9C41A-B0DC-4948-A01E-F4739A6681AE}">
      <dgm:prSet/>
      <dgm:spPr/>
      <dgm:t>
        <a:bodyPr/>
        <a:lstStyle/>
        <a:p>
          <a:endParaRPr lang="en-US"/>
        </a:p>
      </dgm:t>
    </dgm:pt>
    <dgm:pt modelId="{91611E96-3B19-40DF-93FE-795FC2D36B9F}">
      <dgm:prSet phldrT="[Text]" phldr="0" custT="1"/>
      <dgm:spPr/>
      <dgm:t>
        <a:bodyPr/>
        <a:lstStyle/>
        <a:p>
          <a:r>
            <a:rPr lang="en-US" sz="2000" b="0" dirty="0">
              <a:solidFill>
                <a:schemeClr val="bg1"/>
              </a:solidFill>
            </a:rPr>
            <a:t>CEO</a:t>
          </a:r>
          <a:endParaRPr lang="en-US" sz="1800" b="0" dirty="0">
            <a:solidFill>
              <a:schemeClr val="bg1"/>
            </a:solidFill>
          </a:endParaRPr>
        </a:p>
      </dgm:t>
    </dgm:pt>
    <dgm:pt modelId="{ABEEA43A-3825-4616-909D-E1A28B54CE09}" type="parTrans" cxnId="{77B428C8-9FD5-4762-B237-85FAB4EE4617}">
      <dgm:prSet/>
      <dgm:spPr/>
      <dgm:t>
        <a:bodyPr/>
        <a:lstStyle/>
        <a:p>
          <a:endParaRPr lang="en-US"/>
        </a:p>
      </dgm:t>
    </dgm:pt>
    <dgm:pt modelId="{65F7A582-9AFD-49CD-B471-AA276CAF2440}" type="sibTrans" cxnId="{77B428C8-9FD5-4762-B237-85FAB4EE4617}">
      <dgm:prSet/>
      <dgm:spPr/>
      <dgm:t>
        <a:bodyPr/>
        <a:lstStyle/>
        <a:p>
          <a:endParaRPr lang="en-US"/>
        </a:p>
      </dgm:t>
    </dgm:pt>
    <dgm:pt modelId="{78C49AE9-EEA5-4201-BD62-36353905D25F}">
      <dgm:prSet phldrT="[Text]" phldr="0" custT="1"/>
      <dgm:spPr/>
      <dgm:t>
        <a:bodyPr/>
        <a:lstStyle/>
        <a:p>
          <a:r>
            <a:rPr lang="en-US" sz="2800" b="1" kern="1200" dirty="0">
              <a:solidFill>
                <a:srgbClr val="F4EE00"/>
              </a:solidFill>
              <a:latin typeface="Trebuchet MS" panose="020B0603020202020204"/>
              <a:ea typeface="+mn-ea"/>
              <a:cs typeface="+mn-cs"/>
            </a:rPr>
            <a:t>CMO</a:t>
          </a:r>
        </a:p>
      </dgm:t>
    </dgm:pt>
    <dgm:pt modelId="{9C1C45C0-B1CC-426F-9B27-F1E967664A88}" type="parTrans" cxnId="{56CDED0D-3375-4AD6-A267-60622F87E465}">
      <dgm:prSet/>
      <dgm:spPr/>
      <dgm:t>
        <a:bodyPr/>
        <a:lstStyle/>
        <a:p>
          <a:endParaRPr lang="en-US"/>
        </a:p>
      </dgm:t>
    </dgm:pt>
    <dgm:pt modelId="{6091D234-C527-41D7-8ABA-01051ECE21BE}" type="sibTrans" cxnId="{56CDED0D-3375-4AD6-A267-60622F87E465}">
      <dgm:prSet/>
      <dgm:spPr/>
      <dgm:t>
        <a:bodyPr/>
        <a:lstStyle/>
        <a:p>
          <a:endParaRPr lang="en-US"/>
        </a:p>
      </dgm:t>
    </dgm:pt>
    <dgm:pt modelId="{66264EE3-C320-457F-9C97-C575D55BC6B4}" type="pres">
      <dgm:prSet presAssocID="{617A378C-CFB7-410F-A6FB-6EECA772BBDA}" presName="Name0" presStyleCnt="0">
        <dgm:presLayoutVars>
          <dgm:chMax val="1"/>
          <dgm:dir/>
          <dgm:animLvl val="ctr"/>
          <dgm:resizeHandles val="exact"/>
        </dgm:presLayoutVars>
      </dgm:prSet>
      <dgm:spPr/>
    </dgm:pt>
    <dgm:pt modelId="{1893BAC0-7851-4505-AC66-2531CC0AE9EE}" type="pres">
      <dgm:prSet presAssocID="{9929AD75-085F-4B65-BE7D-933E99C23ADC}" presName="centerShape" presStyleLbl="node0" presStyleIdx="0" presStyleCnt="1"/>
      <dgm:spPr/>
    </dgm:pt>
    <dgm:pt modelId="{700F3B8B-12A5-4554-8A15-589138EA5916}" type="pres">
      <dgm:prSet presAssocID="{ABEEA43A-3825-4616-909D-E1A28B54CE09}" presName="parTrans" presStyleLbl="sibTrans2D1" presStyleIdx="0" presStyleCnt="4"/>
      <dgm:spPr/>
    </dgm:pt>
    <dgm:pt modelId="{CBABF3B2-ACD2-41BE-84B9-841CC8202B03}" type="pres">
      <dgm:prSet presAssocID="{ABEEA43A-3825-4616-909D-E1A28B54CE09}" presName="connectorText" presStyleLbl="sibTrans2D1" presStyleIdx="0" presStyleCnt="4"/>
      <dgm:spPr/>
    </dgm:pt>
    <dgm:pt modelId="{711BABBB-54A9-41C6-BFF6-A5B731DA80A0}" type="pres">
      <dgm:prSet presAssocID="{91611E96-3B19-40DF-93FE-795FC2D36B9F}" presName="node" presStyleLbl="node1" presStyleIdx="0" presStyleCnt="4">
        <dgm:presLayoutVars>
          <dgm:bulletEnabled val="1"/>
        </dgm:presLayoutVars>
      </dgm:prSet>
      <dgm:spPr/>
    </dgm:pt>
    <dgm:pt modelId="{C9704D13-EED6-4482-BA0B-46668B8F7C94}" type="pres">
      <dgm:prSet presAssocID="{BDB2AFAB-A96D-492F-86E4-8AA9A5AB1D95}" presName="parTrans" presStyleLbl="sibTrans2D1" presStyleIdx="1" presStyleCnt="4"/>
      <dgm:spPr/>
    </dgm:pt>
    <dgm:pt modelId="{1DBDC82A-3D67-48FB-A871-173B02547861}" type="pres">
      <dgm:prSet presAssocID="{BDB2AFAB-A96D-492F-86E4-8AA9A5AB1D95}" presName="connectorText" presStyleLbl="sibTrans2D1" presStyleIdx="1" presStyleCnt="4"/>
      <dgm:spPr/>
    </dgm:pt>
    <dgm:pt modelId="{1B4F928B-8D98-4F18-965B-952DB37BFA79}" type="pres">
      <dgm:prSet presAssocID="{A2E80D46-DA41-4567-9D9E-E2B90FF46695}" presName="node" presStyleLbl="node1" presStyleIdx="1" presStyleCnt="4">
        <dgm:presLayoutVars>
          <dgm:bulletEnabled val="1"/>
        </dgm:presLayoutVars>
      </dgm:prSet>
      <dgm:spPr/>
    </dgm:pt>
    <dgm:pt modelId="{B331297E-22A3-4FA4-A996-8E9C9193FBE4}" type="pres">
      <dgm:prSet presAssocID="{E68D932D-89BC-4538-89D0-D04AE60A83BE}" presName="parTrans" presStyleLbl="sibTrans2D1" presStyleIdx="2" presStyleCnt="4"/>
      <dgm:spPr/>
    </dgm:pt>
    <dgm:pt modelId="{2733054E-C7E6-4F26-A807-0F36FAAC361F}" type="pres">
      <dgm:prSet presAssocID="{E68D932D-89BC-4538-89D0-D04AE60A83BE}" presName="connectorText" presStyleLbl="sibTrans2D1" presStyleIdx="2" presStyleCnt="4"/>
      <dgm:spPr/>
    </dgm:pt>
    <dgm:pt modelId="{19CA95C7-970A-4F5E-BCC7-945593082CFB}" type="pres">
      <dgm:prSet presAssocID="{26B5F653-0F22-441D-8405-718BB6107D70}" presName="node" presStyleLbl="node1" presStyleIdx="2" presStyleCnt="4">
        <dgm:presLayoutVars>
          <dgm:bulletEnabled val="1"/>
        </dgm:presLayoutVars>
      </dgm:prSet>
      <dgm:spPr/>
    </dgm:pt>
    <dgm:pt modelId="{C0BA0A2F-9019-4CCA-9510-7803AF5E9484}" type="pres">
      <dgm:prSet presAssocID="{9C1C45C0-B1CC-426F-9B27-F1E967664A88}" presName="parTrans" presStyleLbl="sibTrans2D1" presStyleIdx="3" presStyleCnt="4"/>
      <dgm:spPr/>
    </dgm:pt>
    <dgm:pt modelId="{74C82DD0-E0E2-4E4F-AC27-55E4CAC191B1}" type="pres">
      <dgm:prSet presAssocID="{9C1C45C0-B1CC-426F-9B27-F1E967664A88}" presName="connectorText" presStyleLbl="sibTrans2D1" presStyleIdx="3" presStyleCnt="4"/>
      <dgm:spPr/>
    </dgm:pt>
    <dgm:pt modelId="{F0F79613-3DAD-46C5-8ADA-25779C241E8E}" type="pres">
      <dgm:prSet presAssocID="{78C49AE9-EEA5-4201-BD62-36353905D25F}" presName="node" presStyleLbl="node1" presStyleIdx="3" presStyleCnt="4">
        <dgm:presLayoutVars>
          <dgm:bulletEnabled val="1"/>
        </dgm:presLayoutVars>
      </dgm:prSet>
      <dgm:spPr/>
    </dgm:pt>
  </dgm:ptLst>
  <dgm:cxnLst>
    <dgm:cxn modelId="{56CDED0D-3375-4AD6-A267-60622F87E465}" srcId="{9929AD75-085F-4B65-BE7D-933E99C23ADC}" destId="{78C49AE9-EEA5-4201-BD62-36353905D25F}" srcOrd="3" destOrd="0" parTransId="{9C1C45C0-B1CC-426F-9B27-F1E967664A88}" sibTransId="{6091D234-C527-41D7-8ABA-01051ECE21BE}"/>
    <dgm:cxn modelId="{67FE130F-313E-4E4B-BE29-A285E578EAE0}" type="presOf" srcId="{9C1C45C0-B1CC-426F-9B27-F1E967664A88}" destId="{74C82DD0-E0E2-4E4F-AC27-55E4CAC191B1}" srcOrd="1" destOrd="0" presId="urn:microsoft.com/office/officeart/2005/8/layout/radial5"/>
    <dgm:cxn modelId="{911A6517-E9CC-4F5B-8079-AA4706E34377}" type="presOf" srcId="{617A378C-CFB7-410F-A6FB-6EECA772BBDA}" destId="{66264EE3-C320-457F-9C97-C575D55BC6B4}" srcOrd="0" destOrd="0" presId="urn:microsoft.com/office/officeart/2005/8/layout/radial5"/>
    <dgm:cxn modelId="{01F9C41A-B0DC-4948-A01E-F4739A6681AE}" srcId="{9929AD75-085F-4B65-BE7D-933E99C23ADC}" destId="{26B5F653-0F22-441D-8405-718BB6107D70}" srcOrd="2" destOrd="0" parTransId="{E68D932D-89BC-4538-89D0-D04AE60A83BE}" sibTransId="{A506A5B9-55F0-489D-B655-42D456B7CCED}"/>
    <dgm:cxn modelId="{28395D21-E8BF-4883-A42C-279E03375157}" type="presOf" srcId="{E68D932D-89BC-4538-89D0-D04AE60A83BE}" destId="{2733054E-C7E6-4F26-A807-0F36FAAC361F}" srcOrd="1" destOrd="0" presId="urn:microsoft.com/office/officeart/2005/8/layout/radial5"/>
    <dgm:cxn modelId="{CF22D22E-7B36-4C5D-BD4B-8AA7443F9938}" type="presOf" srcId="{91611E96-3B19-40DF-93FE-795FC2D36B9F}" destId="{711BABBB-54A9-41C6-BFF6-A5B731DA80A0}" srcOrd="0" destOrd="0" presId="urn:microsoft.com/office/officeart/2005/8/layout/radial5"/>
    <dgm:cxn modelId="{828FBB3A-2DAF-4E97-9896-0FE2BC630584}" type="presOf" srcId="{ABEEA43A-3825-4616-909D-E1A28B54CE09}" destId="{CBABF3B2-ACD2-41BE-84B9-841CC8202B03}" srcOrd="1" destOrd="0" presId="urn:microsoft.com/office/officeart/2005/8/layout/radial5"/>
    <dgm:cxn modelId="{9334EE3D-BAEA-4680-B864-B70EA52B3F48}" type="presOf" srcId="{A2E80D46-DA41-4567-9D9E-E2B90FF46695}" destId="{1B4F928B-8D98-4F18-965B-952DB37BFA79}" srcOrd="0" destOrd="0" presId="urn:microsoft.com/office/officeart/2005/8/layout/radial5"/>
    <dgm:cxn modelId="{97D55464-4F51-44EB-8718-0DE6FAF90BC0}" type="presOf" srcId="{78C49AE9-EEA5-4201-BD62-36353905D25F}" destId="{F0F79613-3DAD-46C5-8ADA-25779C241E8E}" srcOrd="0" destOrd="0" presId="urn:microsoft.com/office/officeart/2005/8/layout/radial5"/>
    <dgm:cxn modelId="{98D8C279-2BA2-4789-B232-8A4634BF2A30}" type="presOf" srcId="{9C1C45C0-B1CC-426F-9B27-F1E967664A88}" destId="{C0BA0A2F-9019-4CCA-9510-7803AF5E9484}" srcOrd="0" destOrd="0" presId="urn:microsoft.com/office/officeart/2005/8/layout/radial5"/>
    <dgm:cxn modelId="{194D0F7B-E13E-4AAD-A233-ED54CB666326}" type="presOf" srcId="{BDB2AFAB-A96D-492F-86E4-8AA9A5AB1D95}" destId="{C9704D13-EED6-4482-BA0B-46668B8F7C94}" srcOrd="0" destOrd="0" presId="urn:microsoft.com/office/officeart/2005/8/layout/radial5"/>
    <dgm:cxn modelId="{EAB1247C-E31F-42D7-8814-6B256CB68DA1}" type="presOf" srcId="{ABEEA43A-3825-4616-909D-E1A28B54CE09}" destId="{700F3B8B-12A5-4554-8A15-589138EA5916}" srcOrd="0" destOrd="0" presId="urn:microsoft.com/office/officeart/2005/8/layout/radial5"/>
    <dgm:cxn modelId="{CB2B7382-7D7D-4EA2-90C6-97A0AF1A113A}" srcId="{9929AD75-085F-4B65-BE7D-933E99C23ADC}" destId="{A2E80D46-DA41-4567-9D9E-E2B90FF46695}" srcOrd="1" destOrd="0" parTransId="{BDB2AFAB-A96D-492F-86E4-8AA9A5AB1D95}" sibTransId="{002B3C94-1A92-4000-9AC4-36F34E28B459}"/>
    <dgm:cxn modelId="{A6D8A18C-33D7-4411-B690-3E0A0525B41B}" type="presOf" srcId="{BDB2AFAB-A96D-492F-86E4-8AA9A5AB1D95}" destId="{1DBDC82A-3D67-48FB-A871-173B02547861}" srcOrd="1" destOrd="0" presId="urn:microsoft.com/office/officeart/2005/8/layout/radial5"/>
    <dgm:cxn modelId="{6EEAA192-FFBA-44B7-8B7B-814ED9E7355D}" srcId="{617A378C-CFB7-410F-A6FB-6EECA772BBDA}" destId="{9929AD75-085F-4B65-BE7D-933E99C23ADC}" srcOrd="0" destOrd="0" parTransId="{3C555EA4-7E63-4798-8BB8-A223F8A0987F}" sibTransId="{3A9646BD-3181-4D2D-A4E9-70E8D644D50D}"/>
    <dgm:cxn modelId="{C16BD3AC-E369-478F-B448-DDD2AC43F4CF}" type="presOf" srcId="{9929AD75-085F-4B65-BE7D-933E99C23ADC}" destId="{1893BAC0-7851-4505-AC66-2531CC0AE9EE}" srcOrd="0" destOrd="0" presId="urn:microsoft.com/office/officeart/2005/8/layout/radial5"/>
    <dgm:cxn modelId="{4CC319B4-15BB-4482-838A-E8EC7BBAC6AF}" type="presOf" srcId="{E68D932D-89BC-4538-89D0-D04AE60A83BE}" destId="{B331297E-22A3-4FA4-A996-8E9C9193FBE4}" srcOrd="0" destOrd="0" presId="urn:microsoft.com/office/officeart/2005/8/layout/radial5"/>
    <dgm:cxn modelId="{77B428C8-9FD5-4762-B237-85FAB4EE4617}" srcId="{9929AD75-085F-4B65-BE7D-933E99C23ADC}" destId="{91611E96-3B19-40DF-93FE-795FC2D36B9F}" srcOrd="0" destOrd="0" parTransId="{ABEEA43A-3825-4616-909D-E1A28B54CE09}" sibTransId="{65F7A582-9AFD-49CD-B471-AA276CAF2440}"/>
    <dgm:cxn modelId="{BA198EF6-03EF-4F6B-81EA-49625D2F1059}" type="presOf" srcId="{26B5F653-0F22-441D-8405-718BB6107D70}" destId="{19CA95C7-970A-4F5E-BCC7-945593082CFB}" srcOrd="0" destOrd="0" presId="urn:microsoft.com/office/officeart/2005/8/layout/radial5"/>
    <dgm:cxn modelId="{B4054141-CDEC-40E3-94DA-9C3CEB5BC1AE}" type="presParOf" srcId="{66264EE3-C320-457F-9C97-C575D55BC6B4}" destId="{1893BAC0-7851-4505-AC66-2531CC0AE9EE}" srcOrd="0" destOrd="0" presId="urn:microsoft.com/office/officeart/2005/8/layout/radial5"/>
    <dgm:cxn modelId="{3853C7EE-9F6F-4AD6-9083-45B932EF78FF}" type="presParOf" srcId="{66264EE3-C320-457F-9C97-C575D55BC6B4}" destId="{700F3B8B-12A5-4554-8A15-589138EA5916}" srcOrd="1" destOrd="0" presId="urn:microsoft.com/office/officeart/2005/8/layout/radial5"/>
    <dgm:cxn modelId="{89F3C263-75CF-4FF7-BD9E-5E5DF77508B3}" type="presParOf" srcId="{700F3B8B-12A5-4554-8A15-589138EA5916}" destId="{CBABF3B2-ACD2-41BE-84B9-841CC8202B03}" srcOrd="0" destOrd="0" presId="urn:microsoft.com/office/officeart/2005/8/layout/radial5"/>
    <dgm:cxn modelId="{C8790F0F-5EAC-457D-840D-912DC803D338}" type="presParOf" srcId="{66264EE3-C320-457F-9C97-C575D55BC6B4}" destId="{711BABBB-54A9-41C6-BFF6-A5B731DA80A0}" srcOrd="2" destOrd="0" presId="urn:microsoft.com/office/officeart/2005/8/layout/radial5"/>
    <dgm:cxn modelId="{17B52CB9-D7DE-409B-B800-5CB5AFBDBEFA}" type="presParOf" srcId="{66264EE3-C320-457F-9C97-C575D55BC6B4}" destId="{C9704D13-EED6-4482-BA0B-46668B8F7C94}" srcOrd="3" destOrd="0" presId="urn:microsoft.com/office/officeart/2005/8/layout/radial5"/>
    <dgm:cxn modelId="{438DED35-72EF-4720-99E1-59AAA1EF001F}" type="presParOf" srcId="{C9704D13-EED6-4482-BA0B-46668B8F7C94}" destId="{1DBDC82A-3D67-48FB-A871-173B02547861}" srcOrd="0" destOrd="0" presId="urn:microsoft.com/office/officeart/2005/8/layout/radial5"/>
    <dgm:cxn modelId="{7964FA5F-30B7-47E2-9B95-864844EEED82}" type="presParOf" srcId="{66264EE3-C320-457F-9C97-C575D55BC6B4}" destId="{1B4F928B-8D98-4F18-965B-952DB37BFA79}" srcOrd="4" destOrd="0" presId="urn:microsoft.com/office/officeart/2005/8/layout/radial5"/>
    <dgm:cxn modelId="{6314A8D7-76B2-427A-B11E-64B3C48D3EA0}" type="presParOf" srcId="{66264EE3-C320-457F-9C97-C575D55BC6B4}" destId="{B331297E-22A3-4FA4-A996-8E9C9193FBE4}" srcOrd="5" destOrd="0" presId="urn:microsoft.com/office/officeart/2005/8/layout/radial5"/>
    <dgm:cxn modelId="{B6CECE33-2FDE-442D-B256-9FAD278A5E51}" type="presParOf" srcId="{B331297E-22A3-4FA4-A996-8E9C9193FBE4}" destId="{2733054E-C7E6-4F26-A807-0F36FAAC361F}" srcOrd="0" destOrd="0" presId="urn:microsoft.com/office/officeart/2005/8/layout/radial5"/>
    <dgm:cxn modelId="{51CCD13A-76DB-4536-BA38-E6969B995246}" type="presParOf" srcId="{66264EE3-C320-457F-9C97-C575D55BC6B4}" destId="{19CA95C7-970A-4F5E-BCC7-945593082CFB}" srcOrd="6" destOrd="0" presId="urn:microsoft.com/office/officeart/2005/8/layout/radial5"/>
    <dgm:cxn modelId="{4F32378D-369B-432D-B020-2903B15E3D44}" type="presParOf" srcId="{66264EE3-C320-457F-9C97-C575D55BC6B4}" destId="{C0BA0A2F-9019-4CCA-9510-7803AF5E9484}" srcOrd="7" destOrd="0" presId="urn:microsoft.com/office/officeart/2005/8/layout/radial5"/>
    <dgm:cxn modelId="{B6C7F411-E681-492D-AAE3-776040B885B0}" type="presParOf" srcId="{C0BA0A2F-9019-4CCA-9510-7803AF5E9484}" destId="{74C82DD0-E0E2-4E4F-AC27-55E4CAC191B1}" srcOrd="0" destOrd="0" presId="urn:microsoft.com/office/officeart/2005/8/layout/radial5"/>
    <dgm:cxn modelId="{9B9F60F8-2F63-4539-B6AA-4D4639D92BB1}" type="presParOf" srcId="{66264EE3-C320-457F-9C97-C575D55BC6B4}" destId="{F0F79613-3DAD-46C5-8ADA-25779C241E8E}"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DCC58B4-1429-4AFE-BBEA-4C75043548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A3E5C69-D1A5-44FD-839F-EC8BD25DD32B}">
      <dgm:prSet phldrT="[Text]" custT="1"/>
      <dgm:spPr/>
      <dgm:t>
        <a:bodyPr/>
        <a:lstStyle/>
        <a:p>
          <a:r>
            <a:rPr lang="en-US" sz="2400" dirty="0"/>
            <a:t>Best practices – </a:t>
          </a:r>
          <a:r>
            <a:rPr lang="en-US" sz="2400" b="1"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Jira</a:t>
          </a:r>
          <a:r>
            <a:rPr lang="en-US" sz="2400" dirty="0">
              <a:solidFill>
                <a:srgbClr val="F4EE00"/>
              </a:solidFill>
            </a:rPr>
            <a:t>  </a:t>
          </a:r>
        </a:p>
      </dgm:t>
    </dgm:pt>
    <dgm:pt modelId="{982DCB17-E8D6-40C7-ABD9-0AA43A62BC11}" type="parTrans" cxnId="{26754A00-D8ED-4CE0-A4D7-C97ED56393AB}">
      <dgm:prSet/>
      <dgm:spPr/>
      <dgm:t>
        <a:bodyPr/>
        <a:lstStyle/>
        <a:p>
          <a:endParaRPr lang="en-US"/>
        </a:p>
      </dgm:t>
    </dgm:pt>
    <dgm:pt modelId="{4AB4FE98-112B-416C-A711-7F26D0933335}" type="sibTrans" cxnId="{26754A00-D8ED-4CE0-A4D7-C97ED56393AB}">
      <dgm:prSet/>
      <dgm:spPr/>
      <dgm:t>
        <a:bodyPr/>
        <a:lstStyle/>
        <a:p>
          <a:endParaRPr lang="en-US"/>
        </a:p>
      </dgm:t>
    </dgm:pt>
    <dgm:pt modelId="{E65FF145-9B4C-4D29-93A6-824C62CAC9C7}">
      <dgm:prSet phldrT="[Text]" custT="1"/>
      <dgm:spPr/>
      <dgm:t>
        <a:bodyPr/>
        <a:lstStyle/>
        <a:p>
          <a:pPr>
            <a:buNone/>
          </a:pPr>
          <a:r>
            <a:rPr lang="en-US" sz="1800" b="1" dirty="0"/>
            <a:t>Start of Shift:</a:t>
          </a:r>
          <a:endParaRPr lang="en-US" sz="1800" dirty="0"/>
        </a:p>
      </dgm:t>
    </dgm:pt>
    <dgm:pt modelId="{B6C10A05-499B-4587-817F-9392DB9F23FA}" type="parTrans" cxnId="{EEB784B3-DE2E-4A1C-8BE0-00CB2709E50C}">
      <dgm:prSet/>
      <dgm:spPr/>
      <dgm:t>
        <a:bodyPr/>
        <a:lstStyle/>
        <a:p>
          <a:endParaRPr lang="en-US"/>
        </a:p>
      </dgm:t>
    </dgm:pt>
    <dgm:pt modelId="{A19C11E4-39C1-4968-8271-4EC021EB18D6}" type="sibTrans" cxnId="{EEB784B3-DE2E-4A1C-8BE0-00CB2709E50C}">
      <dgm:prSet/>
      <dgm:spPr/>
      <dgm:t>
        <a:bodyPr/>
        <a:lstStyle/>
        <a:p>
          <a:endParaRPr lang="en-US"/>
        </a:p>
      </dgm:t>
    </dgm:pt>
    <dgm:pt modelId="{405D7B08-C566-46AC-9071-6406642EEA9C}">
      <dgm:prSet/>
      <dgm:spPr/>
      <dgm:t>
        <a:bodyPr/>
        <a:lstStyle/>
        <a:p>
          <a:pPr>
            <a:buFont typeface="Arial" panose="020B0604020202020204" pitchFamily="34" charset="0"/>
            <a:buChar char="•"/>
          </a:pPr>
          <a:r>
            <a:rPr lang="en-US" sz="1400" b="0" i="0" dirty="0"/>
            <a:t>Review and prioritize tickets based on urgency and importance</a:t>
          </a:r>
        </a:p>
      </dgm:t>
    </dgm:pt>
    <dgm:pt modelId="{ABFC784E-B7FB-4F98-BF04-45BCE1D160C8}" type="parTrans" cxnId="{19837FD1-5954-49F6-8DE7-5D3EAB565E24}">
      <dgm:prSet/>
      <dgm:spPr/>
      <dgm:t>
        <a:bodyPr/>
        <a:lstStyle/>
        <a:p>
          <a:endParaRPr lang="en-US"/>
        </a:p>
      </dgm:t>
    </dgm:pt>
    <dgm:pt modelId="{E5B9286B-487F-46CB-AE02-9B25D511B00D}" type="sibTrans" cxnId="{19837FD1-5954-49F6-8DE7-5D3EAB565E24}">
      <dgm:prSet/>
      <dgm:spPr/>
      <dgm:t>
        <a:bodyPr/>
        <a:lstStyle/>
        <a:p>
          <a:endParaRPr lang="en-US"/>
        </a:p>
      </dgm:t>
    </dgm:pt>
    <dgm:pt modelId="{03DB05BB-ADE3-44A4-A1DA-7F84E2B8FEDD}">
      <dgm:prSet/>
      <dgm:spPr/>
      <dgm:t>
        <a:bodyPr/>
        <a:lstStyle/>
        <a:p>
          <a:pPr>
            <a:buFont typeface="Arial" panose="020B0604020202020204" pitchFamily="34" charset="0"/>
            <a:buChar char="•"/>
          </a:pPr>
          <a:r>
            <a:rPr lang="en-US" sz="1400" b="0" i="0" dirty="0"/>
            <a:t>Groom your backlog by cleaning out outdated tasks and ensuring items are relevant</a:t>
          </a:r>
        </a:p>
      </dgm:t>
    </dgm:pt>
    <dgm:pt modelId="{C05DFC2A-327B-412E-9443-786B088FA61A}" type="parTrans" cxnId="{6DC285B6-0AC1-47A8-A5F6-BA0B1E70A88B}">
      <dgm:prSet/>
      <dgm:spPr/>
      <dgm:t>
        <a:bodyPr/>
        <a:lstStyle/>
        <a:p>
          <a:endParaRPr lang="en-US"/>
        </a:p>
      </dgm:t>
    </dgm:pt>
    <dgm:pt modelId="{232D582E-FE56-450D-B6F8-5C561644873A}" type="sibTrans" cxnId="{6DC285B6-0AC1-47A8-A5F6-BA0B1E70A88B}">
      <dgm:prSet/>
      <dgm:spPr/>
      <dgm:t>
        <a:bodyPr/>
        <a:lstStyle/>
        <a:p>
          <a:endParaRPr lang="en-US"/>
        </a:p>
      </dgm:t>
    </dgm:pt>
    <dgm:pt modelId="{220D2FB5-143D-45C2-AE16-FFC5B7FF575F}">
      <dgm:prSet/>
      <dgm:spPr/>
      <dgm:t>
        <a:bodyPr/>
        <a:lstStyle/>
        <a:p>
          <a:pPr>
            <a:buFont typeface="Arial" panose="020B0604020202020204" pitchFamily="34" charset="0"/>
            <a:buChar char="•"/>
          </a:pPr>
          <a:r>
            <a:rPr lang="en-US" sz="1400" b="0" i="0" dirty="0"/>
            <a:t>Check any tickets assigned to you and update their status if needed</a:t>
          </a:r>
        </a:p>
      </dgm:t>
    </dgm:pt>
    <dgm:pt modelId="{76CAE3B6-0B1A-42A6-B6B2-D2735C35D1D4}" type="parTrans" cxnId="{62814610-3435-4825-A9E2-C65AC03A9045}">
      <dgm:prSet/>
      <dgm:spPr/>
      <dgm:t>
        <a:bodyPr/>
        <a:lstStyle/>
        <a:p>
          <a:endParaRPr lang="en-US"/>
        </a:p>
      </dgm:t>
    </dgm:pt>
    <dgm:pt modelId="{767673DF-5620-41EB-B546-F7D8810AA035}" type="sibTrans" cxnId="{62814610-3435-4825-A9E2-C65AC03A9045}">
      <dgm:prSet/>
      <dgm:spPr/>
      <dgm:t>
        <a:bodyPr/>
        <a:lstStyle/>
        <a:p>
          <a:endParaRPr lang="en-US"/>
        </a:p>
      </dgm:t>
    </dgm:pt>
    <dgm:pt modelId="{172D26B5-8792-42C2-B792-75DD64BB624E}">
      <dgm:prSet custT="1"/>
      <dgm:spPr/>
      <dgm:t>
        <a:bodyPr/>
        <a:lstStyle/>
        <a:p>
          <a:pPr>
            <a:buNone/>
          </a:pPr>
          <a:r>
            <a:rPr lang="en-US" sz="1800" b="1" dirty="0"/>
            <a:t>Mid-Shift:</a:t>
          </a:r>
          <a:endParaRPr lang="en-US" sz="1800" b="0" dirty="0"/>
        </a:p>
      </dgm:t>
    </dgm:pt>
    <dgm:pt modelId="{1B38ACD5-DA11-4790-B659-D5A33B61C51D}" type="parTrans" cxnId="{0C74C97B-61F6-4A8E-AE90-EE3E735E0276}">
      <dgm:prSet/>
      <dgm:spPr/>
      <dgm:t>
        <a:bodyPr/>
        <a:lstStyle/>
        <a:p>
          <a:endParaRPr lang="en-US"/>
        </a:p>
      </dgm:t>
    </dgm:pt>
    <dgm:pt modelId="{2C80B6A1-E7D0-4EE6-BB54-FF038AA673E3}" type="sibTrans" cxnId="{0C74C97B-61F6-4A8E-AE90-EE3E735E0276}">
      <dgm:prSet/>
      <dgm:spPr/>
      <dgm:t>
        <a:bodyPr/>
        <a:lstStyle/>
        <a:p>
          <a:endParaRPr lang="en-US"/>
        </a:p>
      </dgm:t>
    </dgm:pt>
    <dgm:pt modelId="{E8A0FF59-F673-45B3-9348-F7D289394130}">
      <dgm:prSet/>
      <dgm:spPr/>
      <dgm:t>
        <a:bodyPr/>
        <a:lstStyle/>
        <a:p>
          <a:pPr>
            <a:buFont typeface="Arial" panose="020B0604020202020204" pitchFamily="34" charset="0"/>
            <a:buChar char="•"/>
          </a:pPr>
          <a:r>
            <a:rPr lang="en-US" sz="1400" b="0" i="0" dirty="0"/>
            <a:t>Update ticket statuses to reflect current progress (To Do, In Progress, Code Review, etc.)</a:t>
          </a:r>
        </a:p>
      </dgm:t>
    </dgm:pt>
    <dgm:pt modelId="{4DAF653D-0FE1-4E7D-B744-1D3A64BC718C}" type="parTrans" cxnId="{EECEC9A6-E89F-4D16-80A9-E594C47EB732}">
      <dgm:prSet/>
      <dgm:spPr/>
      <dgm:t>
        <a:bodyPr/>
        <a:lstStyle/>
        <a:p>
          <a:endParaRPr lang="en-US"/>
        </a:p>
      </dgm:t>
    </dgm:pt>
    <dgm:pt modelId="{9893642D-D23E-4E7F-B99D-F72930CA4862}" type="sibTrans" cxnId="{EECEC9A6-E89F-4D16-80A9-E594C47EB732}">
      <dgm:prSet/>
      <dgm:spPr/>
      <dgm:t>
        <a:bodyPr/>
        <a:lstStyle/>
        <a:p>
          <a:endParaRPr lang="en-US"/>
        </a:p>
      </dgm:t>
    </dgm:pt>
    <dgm:pt modelId="{B5DC8675-B748-4AC0-B05C-491D42DDCA11}">
      <dgm:prSet/>
      <dgm:spPr/>
      <dgm:t>
        <a:bodyPr/>
        <a:lstStyle/>
        <a:p>
          <a:pPr>
            <a:buFont typeface="Arial" panose="020B0604020202020204" pitchFamily="34" charset="0"/>
            <a:buChar char="•"/>
          </a:pPr>
          <a:r>
            <a:rPr lang="en-US" sz="1400" b="0" i="0" dirty="0"/>
            <a:t>Add comments to tickets with any new information or challenges encountered</a:t>
          </a:r>
        </a:p>
      </dgm:t>
    </dgm:pt>
    <dgm:pt modelId="{18CCAD61-221B-49D1-A5AE-0BCA267B0BF1}" type="parTrans" cxnId="{953FEEB4-53F9-4F4D-80A6-BB41A26BBE93}">
      <dgm:prSet/>
      <dgm:spPr/>
      <dgm:t>
        <a:bodyPr/>
        <a:lstStyle/>
        <a:p>
          <a:endParaRPr lang="en-US"/>
        </a:p>
      </dgm:t>
    </dgm:pt>
    <dgm:pt modelId="{96FDBDCC-BC2D-4EFB-812D-71C7C85CC275}" type="sibTrans" cxnId="{953FEEB4-53F9-4F4D-80A6-BB41A26BBE93}">
      <dgm:prSet/>
      <dgm:spPr/>
      <dgm:t>
        <a:bodyPr/>
        <a:lstStyle/>
        <a:p>
          <a:endParaRPr lang="en-US"/>
        </a:p>
      </dgm:t>
    </dgm:pt>
    <dgm:pt modelId="{943C22C7-5711-4424-B51D-9F11290C7617}">
      <dgm:prSet/>
      <dgm:spPr/>
      <dgm:t>
        <a:bodyPr/>
        <a:lstStyle/>
        <a:p>
          <a:pPr>
            <a:buFont typeface="Arial" panose="020B0604020202020204" pitchFamily="34" charset="0"/>
            <a:buChar char="•"/>
          </a:pPr>
          <a:r>
            <a:rPr lang="en-US" sz="1400" b="0" i="0" dirty="0"/>
            <a:t>Link related work from other platforms to your Jira tickets for better visibility</a:t>
          </a:r>
        </a:p>
      </dgm:t>
    </dgm:pt>
    <dgm:pt modelId="{3B50E50D-ACA3-4DE6-87AB-7F67408C2094}" type="parTrans" cxnId="{28F09B2E-9506-415C-BE3B-CB46339CCB84}">
      <dgm:prSet/>
      <dgm:spPr/>
      <dgm:t>
        <a:bodyPr/>
        <a:lstStyle/>
        <a:p>
          <a:endParaRPr lang="en-US"/>
        </a:p>
      </dgm:t>
    </dgm:pt>
    <dgm:pt modelId="{8E9A378F-80BA-4A07-B12D-DBE86C1944B4}" type="sibTrans" cxnId="{28F09B2E-9506-415C-BE3B-CB46339CCB84}">
      <dgm:prSet/>
      <dgm:spPr/>
      <dgm:t>
        <a:bodyPr/>
        <a:lstStyle/>
        <a:p>
          <a:endParaRPr lang="en-US"/>
        </a:p>
      </dgm:t>
    </dgm:pt>
    <dgm:pt modelId="{BD9BCD1A-99A9-4D14-80B7-26A3ECE7189C}">
      <dgm:prSet custT="1"/>
      <dgm:spPr/>
      <dgm:t>
        <a:bodyPr/>
        <a:lstStyle/>
        <a:p>
          <a:pPr>
            <a:buNone/>
          </a:pPr>
          <a:r>
            <a:rPr lang="en-US" sz="1800" b="1" dirty="0"/>
            <a:t>End of Shift:</a:t>
          </a:r>
          <a:endParaRPr lang="en-US" sz="1800" b="0" dirty="0"/>
        </a:p>
      </dgm:t>
    </dgm:pt>
    <dgm:pt modelId="{5F46A08B-5335-4278-BDEB-1FD6A2BEA8F4}" type="parTrans" cxnId="{51A77968-1F30-4D36-AA07-1CD1AE8C21CF}">
      <dgm:prSet/>
      <dgm:spPr/>
      <dgm:t>
        <a:bodyPr/>
        <a:lstStyle/>
        <a:p>
          <a:endParaRPr lang="en-US"/>
        </a:p>
      </dgm:t>
    </dgm:pt>
    <dgm:pt modelId="{62300E42-7C46-4FBF-B583-10AECB936E31}" type="sibTrans" cxnId="{51A77968-1F30-4D36-AA07-1CD1AE8C21CF}">
      <dgm:prSet/>
      <dgm:spPr/>
      <dgm:t>
        <a:bodyPr/>
        <a:lstStyle/>
        <a:p>
          <a:endParaRPr lang="en-US"/>
        </a:p>
      </dgm:t>
    </dgm:pt>
    <dgm:pt modelId="{9F813E1E-FE36-48E6-8611-9DE31053C0AA}">
      <dgm:prSet/>
      <dgm:spPr/>
      <dgm:t>
        <a:bodyPr/>
        <a:lstStyle/>
        <a:p>
          <a:pPr>
            <a:buFont typeface="Arial" panose="020B0604020202020204" pitchFamily="34" charset="0"/>
            <a:buChar char="•"/>
          </a:pPr>
          <a:r>
            <a:rPr lang="en-US" sz="1400" b="0" i="0" dirty="0"/>
            <a:t>Ensure all completed work has the proper resolution status (not just moved to "Done")</a:t>
          </a:r>
        </a:p>
      </dgm:t>
    </dgm:pt>
    <dgm:pt modelId="{C863DCBD-1276-4142-A49C-025EB46C07ED}" type="parTrans" cxnId="{147BA766-6998-44E0-B618-EFA94F46D273}">
      <dgm:prSet/>
      <dgm:spPr/>
      <dgm:t>
        <a:bodyPr/>
        <a:lstStyle/>
        <a:p>
          <a:endParaRPr lang="en-US"/>
        </a:p>
      </dgm:t>
    </dgm:pt>
    <dgm:pt modelId="{9DC8D247-9FA5-4086-A0DB-D9FB2CA09477}" type="sibTrans" cxnId="{147BA766-6998-44E0-B618-EFA94F46D273}">
      <dgm:prSet/>
      <dgm:spPr/>
      <dgm:t>
        <a:bodyPr/>
        <a:lstStyle/>
        <a:p>
          <a:endParaRPr lang="en-US"/>
        </a:p>
      </dgm:t>
    </dgm:pt>
    <dgm:pt modelId="{E89E67FB-FB59-48E9-9597-31739054FD05}">
      <dgm:prSet/>
      <dgm:spPr/>
      <dgm:t>
        <a:bodyPr/>
        <a:lstStyle/>
        <a:p>
          <a:pPr>
            <a:buFont typeface="Arial" panose="020B0604020202020204" pitchFamily="34" charset="0"/>
            <a:buChar char="•"/>
          </a:pPr>
          <a:r>
            <a:rPr lang="en-US" sz="1400" b="0" i="0" dirty="0"/>
            <a:t>Write clear descriptions for any new tickets created, including context and acceptance criteria</a:t>
          </a:r>
        </a:p>
      </dgm:t>
    </dgm:pt>
    <dgm:pt modelId="{2FB6A75B-F42B-4871-BC04-FC1CD039CC1D}" type="parTrans" cxnId="{BF584732-3853-4ED8-9C96-83AB87DB6C15}">
      <dgm:prSet/>
      <dgm:spPr/>
      <dgm:t>
        <a:bodyPr/>
        <a:lstStyle/>
        <a:p>
          <a:endParaRPr lang="en-US"/>
        </a:p>
      </dgm:t>
    </dgm:pt>
    <dgm:pt modelId="{81BF623C-1E52-4BF4-93D6-FEC5CBBAB194}" type="sibTrans" cxnId="{BF584732-3853-4ED8-9C96-83AB87DB6C15}">
      <dgm:prSet/>
      <dgm:spPr/>
      <dgm:t>
        <a:bodyPr/>
        <a:lstStyle/>
        <a:p>
          <a:endParaRPr lang="en-US"/>
        </a:p>
      </dgm:t>
    </dgm:pt>
    <dgm:pt modelId="{CBBC15FD-AFFD-46CA-8C16-1B6E6BDB58EB}">
      <dgm:prSet/>
      <dgm:spPr/>
      <dgm:t>
        <a:bodyPr/>
        <a:lstStyle/>
        <a:p>
          <a:pPr>
            <a:buFont typeface="Arial" panose="020B0604020202020204" pitchFamily="34" charset="0"/>
            <a:buChar char="•"/>
          </a:pPr>
          <a:r>
            <a:rPr lang="en-US" sz="1400" b="0" i="0" dirty="0"/>
            <a:t>Use labels and filters to organize tickets for the next day's work</a:t>
          </a:r>
        </a:p>
      </dgm:t>
    </dgm:pt>
    <dgm:pt modelId="{0784C6BF-1A6D-4FAC-8211-A89C009B3982}" type="parTrans" cxnId="{F8EA473E-13F5-45B7-A574-69171A56702D}">
      <dgm:prSet/>
      <dgm:spPr/>
      <dgm:t>
        <a:bodyPr/>
        <a:lstStyle/>
        <a:p>
          <a:endParaRPr lang="en-US"/>
        </a:p>
      </dgm:t>
    </dgm:pt>
    <dgm:pt modelId="{C6348F25-05E6-4E6E-9375-D865C5119145}" type="sibTrans" cxnId="{F8EA473E-13F5-45B7-A574-69171A56702D}">
      <dgm:prSet/>
      <dgm:spPr/>
      <dgm:t>
        <a:bodyPr/>
        <a:lstStyle/>
        <a:p>
          <a:endParaRPr lang="en-US"/>
        </a:p>
      </dgm:t>
    </dgm:pt>
    <dgm:pt modelId="{9EC7EA78-39AA-475F-8033-9BAD526555B2}" type="pres">
      <dgm:prSet presAssocID="{4DCC58B4-1429-4AFE-BBEA-4C75043548D8}" presName="linear" presStyleCnt="0">
        <dgm:presLayoutVars>
          <dgm:animLvl val="lvl"/>
          <dgm:resizeHandles val="exact"/>
        </dgm:presLayoutVars>
      </dgm:prSet>
      <dgm:spPr/>
    </dgm:pt>
    <dgm:pt modelId="{D1B32CD4-DACA-474D-8D4F-AF890E394CBB}" type="pres">
      <dgm:prSet presAssocID="{8A3E5C69-D1A5-44FD-839F-EC8BD25DD32B}" presName="parentText" presStyleLbl="node1" presStyleIdx="0" presStyleCnt="1" custScaleY="67095" custLinFactNeighborX="-1586" custLinFactNeighborY="330">
        <dgm:presLayoutVars>
          <dgm:chMax val="0"/>
          <dgm:bulletEnabled val="1"/>
        </dgm:presLayoutVars>
      </dgm:prSet>
      <dgm:spPr/>
    </dgm:pt>
    <dgm:pt modelId="{D28675B0-7906-42DA-A548-D1BBE18DED8B}" type="pres">
      <dgm:prSet presAssocID="{8A3E5C69-D1A5-44FD-839F-EC8BD25DD32B}" presName="childText" presStyleLbl="revTx" presStyleIdx="0" presStyleCnt="1">
        <dgm:presLayoutVars>
          <dgm:bulletEnabled val="1"/>
        </dgm:presLayoutVars>
      </dgm:prSet>
      <dgm:spPr/>
    </dgm:pt>
  </dgm:ptLst>
  <dgm:cxnLst>
    <dgm:cxn modelId="{26754A00-D8ED-4CE0-A4D7-C97ED56393AB}" srcId="{4DCC58B4-1429-4AFE-BBEA-4C75043548D8}" destId="{8A3E5C69-D1A5-44FD-839F-EC8BD25DD32B}" srcOrd="0" destOrd="0" parTransId="{982DCB17-E8D6-40C7-ABD9-0AA43A62BC11}" sibTransId="{4AB4FE98-112B-416C-A711-7F26D0933335}"/>
    <dgm:cxn modelId="{62814610-3435-4825-A9E2-C65AC03A9045}" srcId="{E65FF145-9B4C-4D29-93A6-824C62CAC9C7}" destId="{220D2FB5-143D-45C2-AE16-FFC5B7FF575F}" srcOrd="2" destOrd="0" parTransId="{76CAE3B6-0B1A-42A6-B6B2-D2735C35D1D4}" sibTransId="{767673DF-5620-41EB-B546-F7D8810AA035}"/>
    <dgm:cxn modelId="{78D6AD12-FE4E-4563-9E31-74B027A91071}" type="presOf" srcId="{E8A0FF59-F673-45B3-9348-F7D289394130}" destId="{D28675B0-7906-42DA-A548-D1BBE18DED8B}" srcOrd="0" destOrd="5" presId="urn:microsoft.com/office/officeart/2005/8/layout/vList2"/>
    <dgm:cxn modelId="{EE728218-E824-4158-9F57-748F27EBE5D8}" type="presOf" srcId="{BD9BCD1A-99A9-4D14-80B7-26A3ECE7189C}" destId="{D28675B0-7906-42DA-A548-D1BBE18DED8B}" srcOrd="0" destOrd="8" presId="urn:microsoft.com/office/officeart/2005/8/layout/vList2"/>
    <dgm:cxn modelId="{28F09B2E-9506-415C-BE3B-CB46339CCB84}" srcId="{172D26B5-8792-42C2-B792-75DD64BB624E}" destId="{943C22C7-5711-4424-B51D-9F11290C7617}" srcOrd="2" destOrd="0" parTransId="{3B50E50D-ACA3-4DE6-87AB-7F67408C2094}" sibTransId="{8E9A378F-80BA-4A07-B12D-DBE86C1944B4}"/>
    <dgm:cxn modelId="{BF584732-3853-4ED8-9C96-83AB87DB6C15}" srcId="{BD9BCD1A-99A9-4D14-80B7-26A3ECE7189C}" destId="{E89E67FB-FB59-48E9-9597-31739054FD05}" srcOrd="1" destOrd="0" parTransId="{2FB6A75B-F42B-4871-BC04-FC1CD039CC1D}" sibTransId="{81BF623C-1E52-4BF4-93D6-FEC5CBBAB194}"/>
    <dgm:cxn modelId="{A614EB37-F5F2-44A2-AC4E-174B28A058ED}" type="presOf" srcId="{405D7B08-C566-46AC-9071-6406642EEA9C}" destId="{D28675B0-7906-42DA-A548-D1BBE18DED8B}" srcOrd="0" destOrd="1" presId="urn:microsoft.com/office/officeart/2005/8/layout/vList2"/>
    <dgm:cxn modelId="{2E49C43B-8CD3-4072-9813-BA5673FB24A3}" type="presOf" srcId="{03DB05BB-ADE3-44A4-A1DA-7F84E2B8FEDD}" destId="{D28675B0-7906-42DA-A548-D1BBE18DED8B}" srcOrd="0" destOrd="2" presId="urn:microsoft.com/office/officeart/2005/8/layout/vList2"/>
    <dgm:cxn modelId="{F8EA473E-13F5-45B7-A574-69171A56702D}" srcId="{BD9BCD1A-99A9-4D14-80B7-26A3ECE7189C}" destId="{CBBC15FD-AFFD-46CA-8C16-1B6E6BDB58EB}" srcOrd="2" destOrd="0" parTransId="{0784C6BF-1A6D-4FAC-8211-A89C009B3982}" sibTransId="{C6348F25-05E6-4E6E-9375-D865C5119145}"/>
    <dgm:cxn modelId="{FD726C43-34E2-4A86-A3AF-D359F807A3D5}" type="presOf" srcId="{8A3E5C69-D1A5-44FD-839F-EC8BD25DD32B}" destId="{D1B32CD4-DACA-474D-8D4F-AF890E394CBB}" srcOrd="0" destOrd="0" presId="urn:microsoft.com/office/officeart/2005/8/layout/vList2"/>
    <dgm:cxn modelId="{147BA766-6998-44E0-B618-EFA94F46D273}" srcId="{BD9BCD1A-99A9-4D14-80B7-26A3ECE7189C}" destId="{9F813E1E-FE36-48E6-8611-9DE31053C0AA}" srcOrd="0" destOrd="0" parTransId="{C863DCBD-1276-4142-A49C-025EB46C07ED}" sibTransId="{9DC8D247-9FA5-4086-A0DB-D9FB2CA09477}"/>
    <dgm:cxn modelId="{51A77968-1F30-4D36-AA07-1CD1AE8C21CF}" srcId="{8A3E5C69-D1A5-44FD-839F-EC8BD25DD32B}" destId="{BD9BCD1A-99A9-4D14-80B7-26A3ECE7189C}" srcOrd="2" destOrd="0" parTransId="{5F46A08B-5335-4278-BDEB-1FD6A2BEA8F4}" sibTransId="{62300E42-7C46-4FBF-B583-10AECB936E31}"/>
    <dgm:cxn modelId="{4602A559-C160-4A3F-A09A-490D908B64A6}" type="presOf" srcId="{943C22C7-5711-4424-B51D-9F11290C7617}" destId="{D28675B0-7906-42DA-A548-D1BBE18DED8B}" srcOrd="0" destOrd="7" presId="urn:microsoft.com/office/officeart/2005/8/layout/vList2"/>
    <dgm:cxn modelId="{0C74C97B-61F6-4A8E-AE90-EE3E735E0276}" srcId="{8A3E5C69-D1A5-44FD-839F-EC8BD25DD32B}" destId="{172D26B5-8792-42C2-B792-75DD64BB624E}" srcOrd="1" destOrd="0" parTransId="{1B38ACD5-DA11-4790-B659-D5A33B61C51D}" sibTransId="{2C80B6A1-E7D0-4EE6-BB54-FF038AA673E3}"/>
    <dgm:cxn modelId="{57C2C18F-D36E-4338-A79E-E31595286D9B}" type="presOf" srcId="{B5DC8675-B748-4AC0-B05C-491D42DDCA11}" destId="{D28675B0-7906-42DA-A548-D1BBE18DED8B}" srcOrd="0" destOrd="6" presId="urn:microsoft.com/office/officeart/2005/8/layout/vList2"/>
    <dgm:cxn modelId="{57F1A193-9EA7-4CA2-A544-5A0E47AD1001}" type="presOf" srcId="{4DCC58B4-1429-4AFE-BBEA-4C75043548D8}" destId="{9EC7EA78-39AA-475F-8033-9BAD526555B2}" srcOrd="0" destOrd="0" presId="urn:microsoft.com/office/officeart/2005/8/layout/vList2"/>
    <dgm:cxn modelId="{8282BD96-F6B7-434D-A824-6D55C5568689}" type="presOf" srcId="{E65FF145-9B4C-4D29-93A6-824C62CAC9C7}" destId="{D28675B0-7906-42DA-A548-D1BBE18DED8B}" srcOrd="0" destOrd="0" presId="urn:microsoft.com/office/officeart/2005/8/layout/vList2"/>
    <dgm:cxn modelId="{EECEC9A6-E89F-4D16-80A9-E594C47EB732}" srcId="{172D26B5-8792-42C2-B792-75DD64BB624E}" destId="{E8A0FF59-F673-45B3-9348-F7D289394130}" srcOrd="0" destOrd="0" parTransId="{4DAF653D-0FE1-4E7D-B744-1D3A64BC718C}" sibTransId="{9893642D-D23E-4E7F-B99D-F72930CA4862}"/>
    <dgm:cxn modelId="{9AE50BA8-2AF6-432F-9EA8-6558C47F4299}" type="presOf" srcId="{E89E67FB-FB59-48E9-9597-31739054FD05}" destId="{D28675B0-7906-42DA-A548-D1BBE18DED8B}" srcOrd="0" destOrd="10" presId="urn:microsoft.com/office/officeart/2005/8/layout/vList2"/>
    <dgm:cxn modelId="{EEB784B3-DE2E-4A1C-8BE0-00CB2709E50C}" srcId="{8A3E5C69-D1A5-44FD-839F-EC8BD25DD32B}" destId="{E65FF145-9B4C-4D29-93A6-824C62CAC9C7}" srcOrd="0" destOrd="0" parTransId="{B6C10A05-499B-4587-817F-9392DB9F23FA}" sibTransId="{A19C11E4-39C1-4968-8271-4EC021EB18D6}"/>
    <dgm:cxn modelId="{7A30E2B3-9F03-4F4B-9D4F-423EF6BFE8DC}" type="presOf" srcId="{9F813E1E-FE36-48E6-8611-9DE31053C0AA}" destId="{D28675B0-7906-42DA-A548-D1BBE18DED8B}" srcOrd="0" destOrd="9" presId="urn:microsoft.com/office/officeart/2005/8/layout/vList2"/>
    <dgm:cxn modelId="{953FEEB4-53F9-4F4D-80A6-BB41A26BBE93}" srcId="{172D26B5-8792-42C2-B792-75DD64BB624E}" destId="{B5DC8675-B748-4AC0-B05C-491D42DDCA11}" srcOrd="1" destOrd="0" parTransId="{18CCAD61-221B-49D1-A5AE-0BCA267B0BF1}" sibTransId="{96FDBDCC-BC2D-4EFB-812D-71C7C85CC275}"/>
    <dgm:cxn modelId="{6DC285B6-0AC1-47A8-A5F6-BA0B1E70A88B}" srcId="{E65FF145-9B4C-4D29-93A6-824C62CAC9C7}" destId="{03DB05BB-ADE3-44A4-A1DA-7F84E2B8FEDD}" srcOrd="1" destOrd="0" parTransId="{C05DFC2A-327B-412E-9443-786B088FA61A}" sibTransId="{232D582E-FE56-450D-B6F8-5C561644873A}"/>
    <dgm:cxn modelId="{10CD5FC5-9E0F-4D92-BBFD-4DEDA3D5C49B}" type="presOf" srcId="{CBBC15FD-AFFD-46CA-8C16-1B6E6BDB58EB}" destId="{D28675B0-7906-42DA-A548-D1BBE18DED8B}" srcOrd="0" destOrd="11" presId="urn:microsoft.com/office/officeart/2005/8/layout/vList2"/>
    <dgm:cxn modelId="{19837FD1-5954-49F6-8DE7-5D3EAB565E24}" srcId="{E65FF145-9B4C-4D29-93A6-824C62CAC9C7}" destId="{405D7B08-C566-46AC-9071-6406642EEA9C}" srcOrd="0" destOrd="0" parTransId="{ABFC784E-B7FB-4F98-BF04-45BCE1D160C8}" sibTransId="{E5B9286B-487F-46CB-AE02-9B25D511B00D}"/>
    <dgm:cxn modelId="{DF813DDE-D5CB-484D-AF1E-6526695EEF85}" type="presOf" srcId="{220D2FB5-143D-45C2-AE16-FFC5B7FF575F}" destId="{D28675B0-7906-42DA-A548-D1BBE18DED8B}" srcOrd="0" destOrd="3" presId="urn:microsoft.com/office/officeart/2005/8/layout/vList2"/>
    <dgm:cxn modelId="{2F5D1DF3-E0C8-40A9-AF8B-AAD65445A5AA}" type="presOf" srcId="{172D26B5-8792-42C2-B792-75DD64BB624E}" destId="{D28675B0-7906-42DA-A548-D1BBE18DED8B}" srcOrd="0" destOrd="4" presId="urn:microsoft.com/office/officeart/2005/8/layout/vList2"/>
    <dgm:cxn modelId="{F9B6FA36-5CAA-473C-A9D1-178D3DE2B7BF}" type="presParOf" srcId="{9EC7EA78-39AA-475F-8033-9BAD526555B2}" destId="{D1B32CD4-DACA-474D-8D4F-AF890E394CBB}" srcOrd="0" destOrd="0" presId="urn:microsoft.com/office/officeart/2005/8/layout/vList2"/>
    <dgm:cxn modelId="{8F28EB9D-41BD-4C44-A252-EF4AA807AF0A}" type="presParOf" srcId="{9EC7EA78-39AA-475F-8033-9BAD526555B2}" destId="{D28675B0-7906-42DA-A548-D1BBE18DED8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DCC58B4-1429-4AFE-BBEA-4C75043548D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A3E5C69-D1A5-44FD-839F-EC8BD25DD32B}">
      <dgm:prSet phldrT="[Text]" custT="1"/>
      <dgm:spPr/>
      <dgm:t>
        <a:bodyPr/>
        <a:lstStyle/>
        <a:p>
          <a:r>
            <a:rPr lang="en-US" sz="2400" dirty="0"/>
            <a:t>Best practices – </a:t>
          </a:r>
          <a:r>
            <a:rPr lang="en-US" sz="2400" b="1" dirty="0">
              <a:solidFill>
                <a:srgbClr val="F4EE00"/>
              </a:solidFill>
            </a:rPr>
            <a:t>E-mail (Outlook)</a:t>
          </a:r>
        </a:p>
      </dgm:t>
    </dgm:pt>
    <dgm:pt modelId="{982DCB17-E8D6-40C7-ABD9-0AA43A62BC11}" type="parTrans" cxnId="{26754A00-D8ED-4CE0-A4D7-C97ED56393AB}">
      <dgm:prSet/>
      <dgm:spPr/>
      <dgm:t>
        <a:bodyPr/>
        <a:lstStyle/>
        <a:p>
          <a:endParaRPr lang="en-US"/>
        </a:p>
      </dgm:t>
    </dgm:pt>
    <dgm:pt modelId="{4AB4FE98-112B-416C-A711-7F26D0933335}" type="sibTrans" cxnId="{26754A00-D8ED-4CE0-A4D7-C97ED56393AB}">
      <dgm:prSet/>
      <dgm:spPr/>
      <dgm:t>
        <a:bodyPr/>
        <a:lstStyle/>
        <a:p>
          <a:endParaRPr lang="en-US"/>
        </a:p>
      </dgm:t>
    </dgm:pt>
    <dgm:pt modelId="{E65FF145-9B4C-4D29-93A6-824C62CAC9C7}">
      <dgm:prSet phldrT="[Text]" custT="1"/>
      <dgm:spPr/>
      <dgm:t>
        <a:bodyPr/>
        <a:lstStyle/>
        <a:p>
          <a:pPr>
            <a:buNone/>
          </a:pPr>
          <a:r>
            <a:rPr lang="en-US" sz="1800" b="1" dirty="0"/>
            <a:t>Start of Shift:</a:t>
          </a:r>
          <a:endParaRPr lang="en-US" sz="1800" dirty="0"/>
        </a:p>
      </dgm:t>
    </dgm:pt>
    <dgm:pt modelId="{B6C10A05-499B-4587-817F-9392DB9F23FA}" type="parTrans" cxnId="{EEB784B3-DE2E-4A1C-8BE0-00CB2709E50C}">
      <dgm:prSet/>
      <dgm:spPr/>
      <dgm:t>
        <a:bodyPr/>
        <a:lstStyle/>
        <a:p>
          <a:endParaRPr lang="en-US"/>
        </a:p>
      </dgm:t>
    </dgm:pt>
    <dgm:pt modelId="{A19C11E4-39C1-4968-8271-4EC021EB18D6}" type="sibTrans" cxnId="{EEB784B3-DE2E-4A1C-8BE0-00CB2709E50C}">
      <dgm:prSet/>
      <dgm:spPr/>
      <dgm:t>
        <a:bodyPr/>
        <a:lstStyle/>
        <a:p>
          <a:endParaRPr lang="en-US"/>
        </a:p>
      </dgm:t>
    </dgm:pt>
    <dgm:pt modelId="{405D7B08-C566-46AC-9071-6406642EEA9C}">
      <dgm:prSet/>
      <dgm:spPr/>
      <dgm:t>
        <a:bodyPr/>
        <a:lstStyle/>
        <a:p>
          <a:pPr>
            <a:buFont typeface="Arial" panose="020B0604020202020204" pitchFamily="34" charset="0"/>
            <a:buChar char="•"/>
          </a:pPr>
          <a:r>
            <a:rPr lang="en-US" sz="1400" b="0" i="0" dirty="0"/>
            <a:t>Process emails using the 4 Ds method: Delete, Do (if under 2 minutes), Delegate, or Defer</a:t>
          </a:r>
        </a:p>
      </dgm:t>
    </dgm:pt>
    <dgm:pt modelId="{ABFC784E-B7FB-4F98-BF04-45BCE1D160C8}" type="parTrans" cxnId="{19837FD1-5954-49F6-8DE7-5D3EAB565E24}">
      <dgm:prSet/>
      <dgm:spPr/>
      <dgm:t>
        <a:bodyPr/>
        <a:lstStyle/>
        <a:p>
          <a:endParaRPr lang="en-US"/>
        </a:p>
      </dgm:t>
    </dgm:pt>
    <dgm:pt modelId="{E5B9286B-487F-46CB-AE02-9B25D511B00D}" type="sibTrans" cxnId="{19837FD1-5954-49F6-8DE7-5D3EAB565E24}">
      <dgm:prSet/>
      <dgm:spPr/>
      <dgm:t>
        <a:bodyPr/>
        <a:lstStyle/>
        <a:p>
          <a:endParaRPr lang="en-US"/>
        </a:p>
      </dgm:t>
    </dgm:pt>
    <dgm:pt modelId="{172D26B5-8792-42C2-B792-75DD64BB624E}">
      <dgm:prSet custT="1"/>
      <dgm:spPr/>
      <dgm:t>
        <a:bodyPr/>
        <a:lstStyle/>
        <a:p>
          <a:pPr>
            <a:buNone/>
          </a:pPr>
          <a:r>
            <a:rPr lang="en-US" sz="1800" b="1" dirty="0"/>
            <a:t>Mid-Shift:</a:t>
          </a:r>
          <a:endParaRPr lang="en-US" sz="1800" b="0" dirty="0"/>
        </a:p>
      </dgm:t>
    </dgm:pt>
    <dgm:pt modelId="{1B38ACD5-DA11-4790-B659-D5A33B61C51D}" type="parTrans" cxnId="{0C74C97B-61F6-4A8E-AE90-EE3E735E0276}">
      <dgm:prSet/>
      <dgm:spPr/>
      <dgm:t>
        <a:bodyPr/>
        <a:lstStyle/>
        <a:p>
          <a:endParaRPr lang="en-US"/>
        </a:p>
      </dgm:t>
    </dgm:pt>
    <dgm:pt modelId="{2C80B6A1-E7D0-4EE6-BB54-FF038AA673E3}" type="sibTrans" cxnId="{0C74C97B-61F6-4A8E-AE90-EE3E735E0276}">
      <dgm:prSet/>
      <dgm:spPr/>
      <dgm:t>
        <a:bodyPr/>
        <a:lstStyle/>
        <a:p>
          <a:endParaRPr lang="en-US"/>
        </a:p>
      </dgm:t>
    </dgm:pt>
    <dgm:pt modelId="{E8A0FF59-F673-45B3-9348-F7D289394130}">
      <dgm:prSet/>
      <dgm:spPr/>
      <dgm:t>
        <a:bodyPr/>
        <a:lstStyle/>
        <a:p>
          <a:pPr>
            <a:buFont typeface="Arial" panose="020B0604020202020204" pitchFamily="34" charset="0"/>
            <a:buChar char="•"/>
          </a:pPr>
          <a:r>
            <a:rPr lang="en-US" sz="1400" b="0" i="0" dirty="0"/>
            <a:t>Check priority emails only and respond to time-sensitive messages</a:t>
          </a:r>
        </a:p>
      </dgm:t>
    </dgm:pt>
    <dgm:pt modelId="{4DAF653D-0FE1-4E7D-B744-1D3A64BC718C}" type="parTrans" cxnId="{EECEC9A6-E89F-4D16-80A9-E594C47EB732}">
      <dgm:prSet/>
      <dgm:spPr/>
      <dgm:t>
        <a:bodyPr/>
        <a:lstStyle/>
        <a:p>
          <a:endParaRPr lang="en-US"/>
        </a:p>
      </dgm:t>
    </dgm:pt>
    <dgm:pt modelId="{9893642D-D23E-4E7F-B99D-F72930CA4862}" type="sibTrans" cxnId="{EECEC9A6-E89F-4D16-80A9-E594C47EB732}">
      <dgm:prSet/>
      <dgm:spPr/>
      <dgm:t>
        <a:bodyPr/>
        <a:lstStyle/>
        <a:p>
          <a:endParaRPr lang="en-US"/>
        </a:p>
      </dgm:t>
    </dgm:pt>
    <dgm:pt modelId="{BD9BCD1A-99A9-4D14-80B7-26A3ECE7189C}">
      <dgm:prSet custT="1"/>
      <dgm:spPr/>
      <dgm:t>
        <a:bodyPr/>
        <a:lstStyle/>
        <a:p>
          <a:pPr>
            <a:buNone/>
          </a:pPr>
          <a:r>
            <a:rPr lang="en-US" sz="1800" b="1" dirty="0"/>
            <a:t>End of Shift:</a:t>
          </a:r>
          <a:endParaRPr lang="en-US" sz="1800" b="0" dirty="0"/>
        </a:p>
      </dgm:t>
    </dgm:pt>
    <dgm:pt modelId="{5F46A08B-5335-4278-BDEB-1FD6A2BEA8F4}" type="parTrans" cxnId="{51A77968-1F30-4D36-AA07-1CD1AE8C21CF}">
      <dgm:prSet/>
      <dgm:spPr/>
      <dgm:t>
        <a:bodyPr/>
        <a:lstStyle/>
        <a:p>
          <a:endParaRPr lang="en-US"/>
        </a:p>
      </dgm:t>
    </dgm:pt>
    <dgm:pt modelId="{62300E42-7C46-4FBF-B583-10AECB936E31}" type="sibTrans" cxnId="{51A77968-1F30-4D36-AA07-1CD1AE8C21CF}">
      <dgm:prSet/>
      <dgm:spPr/>
      <dgm:t>
        <a:bodyPr/>
        <a:lstStyle/>
        <a:p>
          <a:endParaRPr lang="en-US"/>
        </a:p>
      </dgm:t>
    </dgm:pt>
    <dgm:pt modelId="{9F813E1E-FE36-48E6-8611-9DE31053C0AA}">
      <dgm:prSet/>
      <dgm:spPr/>
      <dgm:t>
        <a:bodyPr/>
        <a:lstStyle/>
        <a:p>
          <a:pPr>
            <a:buFont typeface="Arial" panose="020B0604020202020204" pitchFamily="34" charset="0"/>
            <a:buChar char="•"/>
          </a:pPr>
          <a:r>
            <a:rPr lang="en-US" sz="1400" b="0" i="0" dirty="0"/>
            <a:t>Clear out emails that accumulated during the day</a:t>
          </a:r>
        </a:p>
      </dgm:t>
    </dgm:pt>
    <dgm:pt modelId="{C863DCBD-1276-4142-A49C-025EB46C07ED}" type="parTrans" cxnId="{147BA766-6998-44E0-B618-EFA94F46D273}">
      <dgm:prSet/>
      <dgm:spPr/>
      <dgm:t>
        <a:bodyPr/>
        <a:lstStyle/>
        <a:p>
          <a:endParaRPr lang="en-US"/>
        </a:p>
      </dgm:t>
    </dgm:pt>
    <dgm:pt modelId="{9DC8D247-9FA5-4086-A0DB-D9FB2CA09477}" type="sibTrans" cxnId="{147BA766-6998-44E0-B618-EFA94F46D273}">
      <dgm:prSet/>
      <dgm:spPr/>
      <dgm:t>
        <a:bodyPr/>
        <a:lstStyle/>
        <a:p>
          <a:endParaRPr lang="en-US"/>
        </a:p>
      </dgm:t>
    </dgm:pt>
    <dgm:pt modelId="{E89E67FB-FB59-48E9-9597-31739054FD05}">
      <dgm:prSet/>
      <dgm:spPr/>
      <dgm:t>
        <a:bodyPr/>
        <a:lstStyle/>
        <a:p>
          <a:pPr>
            <a:buFont typeface="Arial" panose="020B0604020202020204" pitchFamily="34" charset="0"/>
            <a:buChar char="•"/>
          </a:pPr>
          <a:r>
            <a:rPr lang="en-US" sz="1400" b="0" i="0" dirty="0"/>
            <a:t>Organize your inbox with folders and filters for the next day</a:t>
          </a:r>
        </a:p>
      </dgm:t>
    </dgm:pt>
    <dgm:pt modelId="{2FB6A75B-F42B-4871-BC04-FC1CD039CC1D}" type="parTrans" cxnId="{BF584732-3853-4ED8-9C96-83AB87DB6C15}">
      <dgm:prSet/>
      <dgm:spPr/>
      <dgm:t>
        <a:bodyPr/>
        <a:lstStyle/>
        <a:p>
          <a:endParaRPr lang="en-US"/>
        </a:p>
      </dgm:t>
    </dgm:pt>
    <dgm:pt modelId="{81BF623C-1E52-4BF4-93D6-FEC5CBBAB194}" type="sibTrans" cxnId="{BF584732-3853-4ED8-9C96-83AB87DB6C15}">
      <dgm:prSet/>
      <dgm:spPr/>
      <dgm:t>
        <a:bodyPr/>
        <a:lstStyle/>
        <a:p>
          <a:endParaRPr lang="en-US"/>
        </a:p>
      </dgm:t>
    </dgm:pt>
    <dgm:pt modelId="{CBBC15FD-AFFD-46CA-8C16-1B6E6BDB58EB}">
      <dgm:prSet/>
      <dgm:spPr/>
      <dgm:t>
        <a:bodyPr/>
        <a:lstStyle/>
        <a:p>
          <a:pPr>
            <a:buFont typeface="Arial" panose="020B0604020202020204" pitchFamily="34" charset="0"/>
            <a:buChar char="•"/>
          </a:pPr>
          <a:r>
            <a:rPr lang="en-US" sz="1400" b="0" i="0"/>
            <a:t>Use labels and filters to organize tickets for the next day's work</a:t>
          </a:r>
          <a:endParaRPr lang="en-US" sz="1400" b="0" i="0" dirty="0"/>
        </a:p>
      </dgm:t>
    </dgm:pt>
    <dgm:pt modelId="{0784C6BF-1A6D-4FAC-8211-A89C009B3982}" type="parTrans" cxnId="{F8EA473E-13F5-45B7-A574-69171A56702D}">
      <dgm:prSet/>
      <dgm:spPr/>
      <dgm:t>
        <a:bodyPr/>
        <a:lstStyle/>
        <a:p>
          <a:endParaRPr lang="en-US"/>
        </a:p>
      </dgm:t>
    </dgm:pt>
    <dgm:pt modelId="{C6348F25-05E6-4E6E-9375-D865C5119145}" type="sibTrans" cxnId="{F8EA473E-13F5-45B7-A574-69171A56702D}">
      <dgm:prSet/>
      <dgm:spPr/>
      <dgm:t>
        <a:bodyPr/>
        <a:lstStyle/>
        <a:p>
          <a:endParaRPr lang="en-US"/>
        </a:p>
      </dgm:t>
    </dgm:pt>
    <dgm:pt modelId="{03DB05BB-ADE3-44A4-A1DA-7F84E2B8FEDD}">
      <dgm:prSet/>
      <dgm:spPr/>
      <dgm:t>
        <a:bodyPr/>
        <a:lstStyle/>
        <a:p>
          <a:pPr>
            <a:buFont typeface="Arial" panose="020B0604020202020204" pitchFamily="34" charset="0"/>
            <a:buChar char="•"/>
          </a:pPr>
          <a:r>
            <a:rPr lang="en-US" sz="1400" b="0" i="0" dirty="0"/>
            <a:t>Sort emails into action folders: Action Required, Waiting for Response, Reference, Archive</a:t>
          </a:r>
        </a:p>
      </dgm:t>
    </dgm:pt>
    <dgm:pt modelId="{232D582E-FE56-450D-B6F8-5C561644873A}" type="sibTrans" cxnId="{6DC285B6-0AC1-47A8-A5F6-BA0B1E70A88B}">
      <dgm:prSet/>
      <dgm:spPr/>
      <dgm:t>
        <a:bodyPr/>
        <a:lstStyle/>
        <a:p>
          <a:endParaRPr lang="en-US"/>
        </a:p>
      </dgm:t>
    </dgm:pt>
    <dgm:pt modelId="{C05DFC2A-327B-412E-9443-786B088FA61A}" type="parTrans" cxnId="{6DC285B6-0AC1-47A8-A5F6-BA0B1E70A88B}">
      <dgm:prSet/>
      <dgm:spPr/>
      <dgm:t>
        <a:bodyPr/>
        <a:lstStyle/>
        <a:p>
          <a:endParaRPr lang="en-US"/>
        </a:p>
      </dgm:t>
    </dgm:pt>
    <dgm:pt modelId="{220D2FB5-143D-45C2-AE16-FFC5B7FF575F}">
      <dgm:prSet/>
      <dgm:spPr/>
      <dgm:t>
        <a:bodyPr/>
        <a:lstStyle/>
        <a:p>
          <a:pPr>
            <a:buFont typeface="Arial" panose="020B0604020202020204" pitchFamily="34" charset="0"/>
            <a:buChar char="•"/>
          </a:pPr>
          <a:r>
            <a:rPr lang="en-US" sz="1400" b="0" i="0" dirty="0"/>
            <a:t>Handle quick responses immediately using the 1-minute rule</a:t>
          </a:r>
        </a:p>
      </dgm:t>
    </dgm:pt>
    <dgm:pt modelId="{767673DF-5620-41EB-B546-F7D8810AA035}" type="sibTrans" cxnId="{62814610-3435-4825-A9E2-C65AC03A9045}">
      <dgm:prSet/>
      <dgm:spPr/>
      <dgm:t>
        <a:bodyPr/>
        <a:lstStyle/>
        <a:p>
          <a:endParaRPr lang="en-US"/>
        </a:p>
      </dgm:t>
    </dgm:pt>
    <dgm:pt modelId="{76CAE3B6-0B1A-42A6-B6B2-D2735C35D1D4}" type="parTrans" cxnId="{62814610-3435-4825-A9E2-C65AC03A9045}">
      <dgm:prSet/>
      <dgm:spPr/>
      <dgm:t>
        <a:bodyPr/>
        <a:lstStyle/>
        <a:p>
          <a:endParaRPr lang="en-US"/>
        </a:p>
      </dgm:t>
    </dgm:pt>
    <dgm:pt modelId="{B5DC8675-B748-4AC0-B05C-491D42DDCA11}">
      <dgm:prSet/>
      <dgm:spPr/>
      <dgm:t>
        <a:bodyPr/>
        <a:lstStyle/>
        <a:p>
          <a:pPr>
            <a:buFont typeface="Arial" panose="020B0604020202020204" pitchFamily="34" charset="0"/>
            <a:buChar char="•"/>
          </a:pPr>
          <a:r>
            <a:rPr lang="en-US" sz="1400" b="0" i="0" dirty="0"/>
            <a:t>Batch similar emails together (client inquiries, team updates) to process efficiently</a:t>
          </a:r>
        </a:p>
      </dgm:t>
    </dgm:pt>
    <dgm:pt modelId="{96FDBDCC-BC2D-4EFB-812D-71C7C85CC275}" type="sibTrans" cxnId="{953FEEB4-53F9-4F4D-80A6-BB41A26BBE93}">
      <dgm:prSet/>
      <dgm:spPr/>
      <dgm:t>
        <a:bodyPr/>
        <a:lstStyle/>
        <a:p>
          <a:endParaRPr lang="en-US"/>
        </a:p>
      </dgm:t>
    </dgm:pt>
    <dgm:pt modelId="{18CCAD61-221B-49D1-A5AE-0BCA267B0BF1}" type="parTrans" cxnId="{953FEEB4-53F9-4F4D-80A6-BB41A26BBE93}">
      <dgm:prSet/>
      <dgm:spPr/>
      <dgm:t>
        <a:bodyPr/>
        <a:lstStyle/>
        <a:p>
          <a:endParaRPr lang="en-US"/>
        </a:p>
      </dgm:t>
    </dgm:pt>
    <dgm:pt modelId="{943C22C7-5711-4424-B51D-9F11290C7617}">
      <dgm:prSet/>
      <dgm:spPr/>
      <dgm:t>
        <a:bodyPr/>
        <a:lstStyle/>
        <a:p>
          <a:pPr>
            <a:buFont typeface="Arial" panose="020B0604020202020204" pitchFamily="34" charset="0"/>
            <a:buChar char="•"/>
          </a:pPr>
          <a:r>
            <a:rPr lang="en-US" sz="1400" b="0" i="0" dirty="0"/>
            <a:t>Make emails clear and specific with bullet points to reduce follow-up questions</a:t>
          </a:r>
        </a:p>
      </dgm:t>
    </dgm:pt>
    <dgm:pt modelId="{8E9A378F-80BA-4A07-B12D-DBE86C1944B4}" type="sibTrans" cxnId="{28F09B2E-9506-415C-BE3B-CB46339CCB84}">
      <dgm:prSet/>
      <dgm:spPr/>
      <dgm:t>
        <a:bodyPr/>
        <a:lstStyle/>
        <a:p>
          <a:endParaRPr lang="en-US"/>
        </a:p>
      </dgm:t>
    </dgm:pt>
    <dgm:pt modelId="{3B50E50D-ACA3-4DE6-87AB-7F67408C2094}" type="parTrans" cxnId="{28F09B2E-9506-415C-BE3B-CB46339CCB84}">
      <dgm:prSet/>
      <dgm:spPr/>
      <dgm:t>
        <a:bodyPr/>
        <a:lstStyle/>
        <a:p>
          <a:endParaRPr lang="en-US"/>
        </a:p>
      </dgm:t>
    </dgm:pt>
    <dgm:pt modelId="{9EC7EA78-39AA-475F-8033-9BAD526555B2}" type="pres">
      <dgm:prSet presAssocID="{4DCC58B4-1429-4AFE-BBEA-4C75043548D8}" presName="linear" presStyleCnt="0">
        <dgm:presLayoutVars>
          <dgm:animLvl val="lvl"/>
          <dgm:resizeHandles val="exact"/>
        </dgm:presLayoutVars>
      </dgm:prSet>
      <dgm:spPr/>
    </dgm:pt>
    <dgm:pt modelId="{D1B32CD4-DACA-474D-8D4F-AF890E394CBB}" type="pres">
      <dgm:prSet presAssocID="{8A3E5C69-D1A5-44FD-839F-EC8BD25DD32B}" presName="parentText" presStyleLbl="node1" presStyleIdx="0" presStyleCnt="1" custScaleY="67095" custLinFactNeighborX="-433">
        <dgm:presLayoutVars>
          <dgm:chMax val="0"/>
          <dgm:bulletEnabled val="1"/>
        </dgm:presLayoutVars>
      </dgm:prSet>
      <dgm:spPr/>
    </dgm:pt>
    <dgm:pt modelId="{D28675B0-7906-42DA-A548-D1BBE18DED8B}" type="pres">
      <dgm:prSet presAssocID="{8A3E5C69-D1A5-44FD-839F-EC8BD25DD32B}" presName="childText" presStyleLbl="revTx" presStyleIdx="0" presStyleCnt="1">
        <dgm:presLayoutVars>
          <dgm:bulletEnabled val="1"/>
        </dgm:presLayoutVars>
      </dgm:prSet>
      <dgm:spPr/>
    </dgm:pt>
  </dgm:ptLst>
  <dgm:cxnLst>
    <dgm:cxn modelId="{26754A00-D8ED-4CE0-A4D7-C97ED56393AB}" srcId="{4DCC58B4-1429-4AFE-BBEA-4C75043548D8}" destId="{8A3E5C69-D1A5-44FD-839F-EC8BD25DD32B}" srcOrd="0" destOrd="0" parTransId="{982DCB17-E8D6-40C7-ABD9-0AA43A62BC11}" sibTransId="{4AB4FE98-112B-416C-A711-7F26D0933335}"/>
    <dgm:cxn modelId="{62814610-3435-4825-A9E2-C65AC03A9045}" srcId="{E65FF145-9B4C-4D29-93A6-824C62CAC9C7}" destId="{220D2FB5-143D-45C2-AE16-FFC5B7FF575F}" srcOrd="2" destOrd="0" parTransId="{76CAE3B6-0B1A-42A6-B6B2-D2735C35D1D4}" sibTransId="{767673DF-5620-41EB-B546-F7D8810AA035}"/>
    <dgm:cxn modelId="{78D6AD12-FE4E-4563-9E31-74B027A91071}" type="presOf" srcId="{E8A0FF59-F673-45B3-9348-F7D289394130}" destId="{D28675B0-7906-42DA-A548-D1BBE18DED8B}" srcOrd="0" destOrd="5" presId="urn:microsoft.com/office/officeart/2005/8/layout/vList2"/>
    <dgm:cxn modelId="{EE728218-E824-4158-9F57-748F27EBE5D8}" type="presOf" srcId="{BD9BCD1A-99A9-4D14-80B7-26A3ECE7189C}" destId="{D28675B0-7906-42DA-A548-D1BBE18DED8B}" srcOrd="0" destOrd="8" presId="urn:microsoft.com/office/officeart/2005/8/layout/vList2"/>
    <dgm:cxn modelId="{28F09B2E-9506-415C-BE3B-CB46339CCB84}" srcId="{172D26B5-8792-42C2-B792-75DD64BB624E}" destId="{943C22C7-5711-4424-B51D-9F11290C7617}" srcOrd="2" destOrd="0" parTransId="{3B50E50D-ACA3-4DE6-87AB-7F67408C2094}" sibTransId="{8E9A378F-80BA-4A07-B12D-DBE86C1944B4}"/>
    <dgm:cxn modelId="{BF584732-3853-4ED8-9C96-83AB87DB6C15}" srcId="{BD9BCD1A-99A9-4D14-80B7-26A3ECE7189C}" destId="{E89E67FB-FB59-48E9-9597-31739054FD05}" srcOrd="1" destOrd="0" parTransId="{2FB6A75B-F42B-4871-BC04-FC1CD039CC1D}" sibTransId="{81BF623C-1E52-4BF4-93D6-FEC5CBBAB194}"/>
    <dgm:cxn modelId="{A614EB37-F5F2-44A2-AC4E-174B28A058ED}" type="presOf" srcId="{405D7B08-C566-46AC-9071-6406642EEA9C}" destId="{D28675B0-7906-42DA-A548-D1BBE18DED8B}" srcOrd="0" destOrd="1" presId="urn:microsoft.com/office/officeart/2005/8/layout/vList2"/>
    <dgm:cxn modelId="{2E49C43B-8CD3-4072-9813-BA5673FB24A3}" type="presOf" srcId="{03DB05BB-ADE3-44A4-A1DA-7F84E2B8FEDD}" destId="{D28675B0-7906-42DA-A548-D1BBE18DED8B}" srcOrd="0" destOrd="2" presId="urn:microsoft.com/office/officeart/2005/8/layout/vList2"/>
    <dgm:cxn modelId="{F8EA473E-13F5-45B7-A574-69171A56702D}" srcId="{BD9BCD1A-99A9-4D14-80B7-26A3ECE7189C}" destId="{CBBC15FD-AFFD-46CA-8C16-1B6E6BDB58EB}" srcOrd="2" destOrd="0" parTransId="{0784C6BF-1A6D-4FAC-8211-A89C009B3982}" sibTransId="{C6348F25-05E6-4E6E-9375-D865C5119145}"/>
    <dgm:cxn modelId="{FD726C43-34E2-4A86-A3AF-D359F807A3D5}" type="presOf" srcId="{8A3E5C69-D1A5-44FD-839F-EC8BD25DD32B}" destId="{D1B32CD4-DACA-474D-8D4F-AF890E394CBB}" srcOrd="0" destOrd="0" presId="urn:microsoft.com/office/officeart/2005/8/layout/vList2"/>
    <dgm:cxn modelId="{147BA766-6998-44E0-B618-EFA94F46D273}" srcId="{BD9BCD1A-99A9-4D14-80B7-26A3ECE7189C}" destId="{9F813E1E-FE36-48E6-8611-9DE31053C0AA}" srcOrd="0" destOrd="0" parTransId="{C863DCBD-1276-4142-A49C-025EB46C07ED}" sibTransId="{9DC8D247-9FA5-4086-A0DB-D9FB2CA09477}"/>
    <dgm:cxn modelId="{51A77968-1F30-4D36-AA07-1CD1AE8C21CF}" srcId="{8A3E5C69-D1A5-44FD-839F-EC8BD25DD32B}" destId="{BD9BCD1A-99A9-4D14-80B7-26A3ECE7189C}" srcOrd="2" destOrd="0" parTransId="{5F46A08B-5335-4278-BDEB-1FD6A2BEA8F4}" sibTransId="{62300E42-7C46-4FBF-B583-10AECB936E31}"/>
    <dgm:cxn modelId="{4602A559-C160-4A3F-A09A-490D908B64A6}" type="presOf" srcId="{943C22C7-5711-4424-B51D-9F11290C7617}" destId="{D28675B0-7906-42DA-A548-D1BBE18DED8B}" srcOrd="0" destOrd="7" presId="urn:microsoft.com/office/officeart/2005/8/layout/vList2"/>
    <dgm:cxn modelId="{0C74C97B-61F6-4A8E-AE90-EE3E735E0276}" srcId="{8A3E5C69-D1A5-44FD-839F-EC8BD25DD32B}" destId="{172D26B5-8792-42C2-B792-75DD64BB624E}" srcOrd="1" destOrd="0" parTransId="{1B38ACD5-DA11-4790-B659-D5A33B61C51D}" sibTransId="{2C80B6A1-E7D0-4EE6-BB54-FF038AA673E3}"/>
    <dgm:cxn modelId="{57C2C18F-D36E-4338-A79E-E31595286D9B}" type="presOf" srcId="{B5DC8675-B748-4AC0-B05C-491D42DDCA11}" destId="{D28675B0-7906-42DA-A548-D1BBE18DED8B}" srcOrd="0" destOrd="6" presId="urn:microsoft.com/office/officeart/2005/8/layout/vList2"/>
    <dgm:cxn modelId="{57F1A193-9EA7-4CA2-A544-5A0E47AD1001}" type="presOf" srcId="{4DCC58B4-1429-4AFE-BBEA-4C75043548D8}" destId="{9EC7EA78-39AA-475F-8033-9BAD526555B2}" srcOrd="0" destOrd="0" presId="urn:microsoft.com/office/officeart/2005/8/layout/vList2"/>
    <dgm:cxn modelId="{8282BD96-F6B7-434D-A824-6D55C5568689}" type="presOf" srcId="{E65FF145-9B4C-4D29-93A6-824C62CAC9C7}" destId="{D28675B0-7906-42DA-A548-D1BBE18DED8B}" srcOrd="0" destOrd="0" presId="urn:microsoft.com/office/officeart/2005/8/layout/vList2"/>
    <dgm:cxn modelId="{EECEC9A6-E89F-4D16-80A9-E594C47EB732}" srcId="{172D26B5-8792-42C2-B792-75DD64BB624E}" destId="{E8A0FF59-F673-45B3-9348-F7D289394130}" srcOrd="0" destOrd="0" parTransId="{4DAF653D-0FE1-4E7D-B744-1D3A64BC718C}" sibTransId="{9893642D-D23E-4E7F-B99D-F72930CA4862}"/>
    <dgm:cxn modelId="{9AE50BA8-2AF6-432F-9EA8-6558C47F4299}" type="presOf" srcId="{E89E67FB-FB59-48E9-9597-31739054FD05}" destId="{D28675B0-7906-42DA-A548-D1BBE18DED8B}" srcOrd="0" destOrd="10" presId="urn:microsoft.com/office/officeart/2005/8/layout/vList2"/>
    <dgm:cxn modelId="{EEB784B3-DE2E-4A1C-8BE0-00CB2709E50C}" srcId="{8A3E5C69-D1A5-44FD-839F-EC8BD25DD32B}" destId="{E65FF145-9B4C-4D29-93A6-824C62CAC9C7}" srcOrd="0" destOrd="0" parTransId="{B6C10A05-499B-4587-817F-9392DB9F23FA}" sibTransId="{A19C11E4-39C1-4968-8271-4EC021EB18D6}"/>
    <dgm:cxn modelId="{7A30E2B3-9F03-4F4B-9D4F-423EF6BFE8DC}" type="presOf" srcId="{9F813E1E-FE36-48E6-8611-9DE31053C0AA}" destId="{D28675B0-7906-42DA-A548-D1BBE18DED8B}" srcOrd="0" destOrd="9" presId="urn:microsoft.com/office/officeart/2005/8/layout/vList2"/>
    <dgm:cxn modelId="{953FEEB4-53F9-4F4D-80A6-BB41A26BBE93}" srcId="{172D26B5-8792-42C2-B792-75DD64BB624E}" destId="{B5DC8675-B748-4AC0-B05C-491D42DDCA11}" srcOrd="1" destOrd="0" parTransId="{18CCAD61-221B-49D1-A5AE-0BCA267B0BF1}" sibTransId="{96FDBDCC-BC2D-4EFB-812D-71C7C85CC275}"/>
    <dgm:cxn modelId="{6DC285B6-0AC1-47A8-A5F6-BA0B1E70A88B}" srcId="{E65FF145-9B4C-4D29-93A6-824C62CAC9C7}" destId="{03DB05BB-ADE3-44A4-A1DA-7F84E2B8FEDD}" srcOrd="1" destOrd="0" parTransId="{C05DFC2A-327B-412E-9443-786B088FA61A}" sibTransId="{232D582E-FE56-450D-B6F8-5C561644873A}"/>
    <dgm:cxn modelId="{10CD5FC5-9E0F-4D92-BBFD-4DEDA3D5C49B}" type="presOf" srcId="{CBBC15FD-AFFD-46CA-8C16-1B6E6BDB58EB}" destId="{D28675B0-7906-42DA-A548-D1BBE18DED8B}" srcOrd="0" destOrd="11" presId="urn:microsoft.com/office/officeart/2005/8/layout/vList2"/>
    <dgm:cxn modelId="{19837FD1-5954-49F6-8DE7-5D3EAB565E24}" srcId="{E65FF145-9B4C-4D29-93A6-824C62CAC9C7}" destId="{405D7B08-C566-46AC-9071-6406642EEA9C}" srcOrd="0" destOrd="0" parTransId="{ABFC784E-B7FB-4F98-BF04-45BCE1D160C8}" sibTransId="{E5B9286B-487F-46CB-AE02-9B25D511B00D}"/>
    <dgm:cxn modelId="{DF813DDE-D5CB-484D-AF1E-6526695EEF85}" type="presOf" srcId="{220D2FB5-143D-45C2-AE16-FFC5B7FF575F}" destId="{D28675B0-7906-42DA-A548-D1BBE18DED8B}" srcOrd="0" destOrd="3" presId="urn:microsoft.com/office/officeart/2005/8/layout/vList2"/>
    <dgm:cxn modelId="{2F5D1DF3-E0C8-40A9-AF8B-AAD65445A5AA}" type="presOf" srcId="{172D26B5-8792-42C2-B792-75DD64BB624E}" destId="{D28675B0-7906-42DA-A548-D1BBE18DED8B}" srcOrd="0" destOrd="4" presId="urn:microsoft.com/office/officeart/2005/8/layout/vList2"/>
    <dgm:cxn modelId="{F9B6FA36-5CAA-473C-A9D1-178D3DE2B7BF}" type="presParOf" srcId="{9EC7EA78-39AA-475F-8033-9BAD526555B2}" destId="{D1B32CD4-DACA-474D-8D4F-AF890E394CBB}" srcOrd="0" destOrd="0" presId="urn:microsoft.com/office/officeart/2005/8/layout/vList2"/>
    <dgm:cxn modelId="{8F28EB9D-41BD-4C44-A252-EF4AA807AF0A}" type="presParOf" srcId="{9EC7EA78-39AA-475F-8033-9BAD526555B2}" destId="{D28675B0-7906-42DA-A548-D1BBE18DED8B}"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A0C5AF-796B-4891-9EB7-A8C2C776A10F}">
      <dsp:nvSpPr>
        <dsp:cNvPr id="0" name=""/>
        <dsp:cNvSpPr/>
      </dsp:nvSpPr>
      <dsp:spPr>
        <a:xfrm>
          <a:off x="1251859" y="1201973"/>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Inbet</a:t>
          </a:r>
          <a:r>
            <a:rPr lang="en-US" sz="3000" kern="1200" dirty="0">
              <a:hlinkClick xmlns:r="http://schemas.openxmlformats.org/officeDocument/2006/relationships" r:id="rId1"/>
            </a:rPr>
            <a:t>.com</a:t>
          </a:r>
          <a:endParaRPr lang="en-US" sz="3000" kern="1200" dirty="0"/>
        </a:p>
      </dsp:txBody>
      <dsp:txXfrm>
        <a:off x="1626977" y="1201973"/>
        <a:ext cx="1969369" cy="1563773"/>
      </dsp:txXfrm>
    </dsp:sp>
    <dsp:sp modelId="{3CEB7BC0-4607-446C-8E53-DD29E652090E}">
      <dsp:nvSpPr>
        <dsp:cNvPr id="0" name=""/>
        <dsp:cNvSpPr/>
      </dsp:nvSpPr>
      <dsp:spPr>
        <a:xfrm>
          <a:off x="1251859" y="2765746"/>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err="1">
              <a:solidFill>
                <a:srgbClr val="F4EE00"/>
              </a:solidFill>
              <a:latin typeface="Trebuchet MS" panose="020B0603020202020204"/>
              <a:ea typeface="+mn-ea"/>
              <a:cs typeface="+mn-cs"/>
              <a:hlinkClick xmlns:r="http://schemas.openxmlformats.org/officeDocument/2006/relationships" r:id="rId2">
                <a:extLst>
                  <a:ext uri="{A12FA001-AC4F-418D-AE19-62706E023703}">
                    <ahyp:hlinkClr xmlns:ahyp="http://schemas.microsoft.com/office/drawing/2018/hyperlinkcolor" val="tx"/>
                  </a:ext>
                </a:extLst>
              </a:hlinkClick>
            </a:rPr>
            <a:t>Inbet</a:t>
          </a:r>
          <a:r>
            <a:rPr lang="bg-BG" sz="3000" kern="1200" dirty="0">
              <a:solidFill>
                <a:schemeClr val="tx2"/>
              </a:solidFill>
              <a:latin typeface="Trebuchet MS" panose="020B0603020202020204"/>
              <a:ea typeface="+mn-ea"/>
              <a:cs typeface="+mn-cs"/>
              <a:hlinkClick xmlns:r="http://schemas.openxmlformats.org/officeDocument/2006/relationships" r:id="rId2"/>
            </a:rPr>
            <a:t>.</a:t>
          </a:r>
          <a:r>
            <a:rPr lang="en-US" sz="3000" kern="1200" dirty="0">
              <a:solidFill>
                <a:schemeClr val="tx2"/>
              </a:solidFill>
              <a:latin typeface="Trebuchet MS" panose="020B0603020202020204"/>
              <a:ea typeface="+mn-ea"/>
              <a:cs typeface="+mn-cs"/>
              <a:hlinkClick xmlns:r="http://schemas.openxmlformats.org/officeDocument/2006/relationships" r:id="rId2"/>
            </a:rPr>
            <a:t>mx</a:t>
          </a:r>
          <a:endParaRPr lang="en-US" sz="3000" kern="1200" dirty="0">
            <a:solidFill>
              <a:schemeClr val="tx2"/>
            </a:solidFill>
            <a:latin typeface="Trebuchet MS" panose="020B0603020202020204"/>
            <a:ea typeface="+mn-ea"/>
            <a:cs typeface="+mn-cs"/>
          </a:endParaRPr>
        </a:p>
      </dsp:txBody>
      <dsp:txXfrm>
        <a:off x="1626977" y="2765746"/>
        <a:ext cx="1969369" cy="1563773"/>
      </dsp:txXfrm>
    </dsp:sp>
    <dsp:sp modelId="{65825059-EA62-4A80-B67A-CDA867F80CF1}">
      <dsp:nvSpPr>
        <dsp:cNvPr id="0" name=""/>
        <dsp:cNvSpPr/>
      </dsp:nvSpPr>
      <dsp:spPr>
        <a:xfrm>
          <a:off x="1465" y="576777"/>
          <a:ext cx="1562991" cy="1562991"/>
        </a:xfrm>
        <a:prstGeom prst="ellipse">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rgbClr val="FFFF00"/>
              </a:solidFill>
            </a:rPr>
            <a:t>Inbet</a:t>
          </a:r>
          <a:r>
            <a:rPr lang="en-US" sz="2800" kern="1200" dirty="0"/>
            <a:t> Online</a:t>
          </a:r>
        </a:p>
      </dsp:txBody>
      <dsp:txXfrm>
        <a:off x="230360" y="805672"/>
        <a:ext cx="1105201" cy="1105201"/>
      </dsp:txXfrm>
    </dsp:sp>
    <dsp:sp modelId="{1DD8956C-C880-437C-B147-99F803F98DC8}">
      <dsp:nvSpPr>
        <dsp:cNvPr id="0" name=""/>
        <dsp:cNvSpPr/>
      </dsp:nvSpPr>
      <dsp:spPr>
        <a:xfrm>
          <a:off x="5160803" y="1201973"/>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Gaming halls</a:t>
          </a:r>
        </a:p>
      </dsp:txBody>
      <dsp:txXfrm>
        <a:off x="5535921" y="1201973"/>
        <a:ext cx="1969369" cy="1563773"/>
      </dsp:txXfrm>
    </dsp:sp>
    <dsp:sp modelId="{33067B1B-C9E5-483C-A5DD-FB0A821D7561}">
      <dsp:nvSpPr>
        <dsp:cNvPr id="0" name=""/>
        <dsp:cNvSpPr/>
      </dsp:nvSpPr>
      <dsp:spPr>
        <a:xfrm>
          <a:off x="5159337" y="2765746"/>
          <a:ext cx="2344487" cy="1563773"/>
        </a:xfrm>
        <a:prstGeom prst="rect">
          <a:avLst/>
        </a:prstGeom>
        <a:gradFill rotWithShape="1">
          <a:gsLst>
            <a:gs pos="0">
              <a:schemeClr val="accent3">
                <a:tint val="96000"/>
                <a:lumMod val="100000"/>
              </a:schemeClr>
            </a:gs>
            <a:gs pos="78000">
              <a:schemeClr val="accent3">
                <a:shade val="94000"/>
                <a:lumMod val="94000"/>
              </a:schemeClr>
            </a:gs>
          </a:gsLst>
          <a:lin ang="5400000" scaled="0"/>
        </a:gradFill>
        <a:ln w="12700" cap="rnd" cmpd="sng" algn="ctr">
          <a:solidFill>
            <a:schemeClr val="accent3"/>
          </a:solidFill>
          <a:prstDash val="solid"/>
        </a:ln>
        <a:effectLst>
          <a:outerShdw blurRad="38100" dist="25400" dir="5400000" rotWithShape="0">
            <a:srgbClr val="000000">
              <a:alpha val="35000"/>
            </a:srgbClr>
          </a:outerShdw>
        </a:effectLst>
        <a:scene3d>
          <a:camera prst="orthographicFront"/>
          <a:lightRig rig="flat" dir="t"/>
        </a:scene3d>
        <a:sp3d z="-190500" extrusionH="12700"/>
      </dsp:spPr>
      <dsp:style>
        <a:lnRef idx="1">
          <a:schemeClr val="accent3"/>
        </a:lnRef>
        <a:fillRef idx="3">
          <a:schemeClr val="accent3"/>
        </a:fillRef>
        <a:effectRef idx="2">
          <a:schemeClr val="accent3"/>
        </a:effectRef>
        <a:fontRef idx="minor">
          <a:schemeClr val="lt1"/>
        </a:fontRef>
      </dsp:style>
      <dsp:txBody>
        <a:bodyPr spcFirstLastPara="0" vert="horz" wrap="square" lIns="0" tIns="213360" rIns="213360" bIns="213360" numCol="1" spcCol="1270" anchor="ctr" anchorCtr="0">
          <a:noAutofit/>
        </a:bodyPr>
        <a:lstStyle/>
        <a:p>
          <a:pPr marL="0" lvl="0" indent="0" algn="l" defTabSz="1333500">
            <a:lnSpc>
              <a:spcPct val="90000"/>
            </a:lnSpc>
            <a:spcBef>
              <a:spcPct val="0"/>
            </a:spcBef>
            <a:spcAft>
              <a:spcPct val="35000"/>
            </a:spcAft>
            <a:buNone/>
          </a:pPr>
          <a:r>
            <a:rPr lang="en-US" sz="3000" kern="1200" dirty="0">
              <a:solidFill>
                <a:schemeClr val="tx2"/>
              </a:solidFill>
              <a:latin typeface="Trebuchet MS" panose="020B0603020202020204"/>
              <a:ea typeface="+mn-ea"/>
              <a:cs typeface="+mn-cs"/>
            </a:rPr>
            <a:t>Retails</a:t>
          </a:r>
        </a:p>
      </dsp:txBody>
      <dsp:txXfrm>
        <a:off x="5534455" y="2765746"/>
        <a:ext cx="1969369" cy="1563773"/>
      </dsp:txXfrm>
    </dsp:sp>
    <dsp:sp modelId="{F41C0044-393A-4FBC-B4D3-F9635BBDE383}">
      <dsp:nvSpPr>
        <dsp:cNvPr id="0" name=""/>
        <dsp:cNvSpPr/>
      </dsp:nvSpPr>
      <dsp:spPr>
        <a:xfrm>
          <a:off x="3908944" y="576777"/>
          <a:ext cx="1562991" cy="1562991"/>
        </a:xfrm>
        <a:prstGeom prst="ellipse">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solidFill>
                <a:srgbClr val="FFFF00"/>
              </a:solidFill>
            </a:rPr>
            <a:t>Inbet</a:t>
          </a:r>
          <a:r>
            <a:rPr lang="en-US" sz="2800" kern="1200" dirty="0"/>
            <a:t> Offline</a:t>
          </a:r>
        </a:p>
      </dsp:txBody>
      <dsp:txXfrm>
        <a:off x="4137839" y="805672"/>
        <a:ext cx="1105201" cy="11052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FFF00"/>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Sport</a:t>
          </a:r>
          <a:endParaRPr lang="en-US" sz="1400" b="0" kern="1200" dirty="0">
            <a:solidFill>
              <a:schemeClr val="bg1"/>
            </a:solidFill>
          </a:endParaRP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Sport</a:t>
          </a:r>
          <a:endParaRPr lang="en-US" sz="1400" b="0" kern="1200" dirty="0">
            <a:solidFill>
              <a:schemeClr val="bg1"/>
            </a:solidFill>
          </a:endParaRP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KYC &amp; </a:t>
          </a:r>
          <a:r>
            <a:rPr lang="en-US" sz="1050" kern="1200" dirty="0"/>
            <a:t>Payments</a:t>
          </a:r>
          <a:endParaRPr lang="en-US" sz="1400" kern="1200" dirty="0"/>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KYC &amp; </a:t>
          </a:r>
          <a:r>
            <a:rPr lang="en-US" sz="1100" b="1" kern="1200" dirty="0">
              <a:solidFill>
                <a:srgbClr val="F4EE00"/>
              </a:solidFill>
            </a:rPr>
            <a:t>Payments</a:t>
          </a:r>
          <a:endParaRPr lang="en-US" sz="1600" b="1" kern="1200" dirty="0">
            <a:solidFill>
              <a:srgbClr val="F4EE00"/>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Risk &amp; Fraud</a:t>
          </a:r>
          <a:endParaRPr lang="en-US" sz="1400" kern="1200" dirty="0"/>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rgbClr val="F4EE00"/>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Marketing</a:t>
          </a:r>
          <a:endParaRPr lang="en-US" sz="1400" kern="1200" dirty="0"/>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4EE00"/>
              </a:solidFill>
            </a:rPr>
            <a:t>Marketing</a:t>
          </a: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rgbClr val="F4EE00"/>
              </a:solidFill>
            </a:rPr>
            <a:t>Project </a:t>
          </a:r>
          <a:r>
            <a:rPr lang="en-US" sz="800" b="1" kern="1200" dirty="0">
              <a:solidFill>
                <a:srgbClr val="F4EE00"/>
              </a:solidFill>
            </a:rPr>
            <a:t>management</a:t>
          </a:r>
          <a:endParaRPr lang="en-US" sz="1400" b="1" kern="1200" dirty="0">
            <a:solidFill>
              <a:srgbClr val="F4EE00"/>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kern="1200" dirty="0"/>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Poker, Svara &amp; </a:t>
          </a:r>
          <a:r>
            <a:rPr lang="en-US" sz="1600" b="1" kern="1200" dirty="0" err="1">
              <a:solidFill>
                <a:srgbClr val="F4EE00"/>
              </a:solidFill>
            </a:rPr>
            <a:t>Tabla</a:t>
          </a:r>
          <a:endParaRPr lang="en-US" sz="1600" b="1" kern="1200" dirty="0">
            <a:solidFill>
              <a:srgbClr val="F4EE00"/>
            </a:solidFill>
          </a:endParaRPr>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Admin</a:t>
          </a:r>
          <a:endParaRPr lang="en-US" sz="1400" kern="1200" dirty="0"/>
        </a:p>
      </dsp:txBody>
      <dsp:txXfrm>
        <a:off x="3248284" y="520633"/>
        <a:ext cx="710117" cy="71011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101BE-F395-4A15-B086-68E9AF775189}">
      <dsp:nvSpPr>
        <dsp:cNvPr id="0" name=""/>
        <dsp:cNvSpPr/>
      </dsp:nvSpPr>
      <dsp:spPr>
        <a:xfrm>
          <a:off x="4139153" y="2108283"/>
          <a:ext cx="1434653" cy="1434653"/>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b="1" kern="1200" dirty="0" err="1">
              <a:solidFill>
                <a:srgbClr val="FFFF00"/>
              </a:solidFill>
            </a:rPr>
            <a:t>Inbet</a:t>
          </a:r>
          <a:r>
            <a:rPr lang="en-US" sz="2500" kern="1200" dirty="0"/>
            <a:t> Online</a:t>
          </a:r>
        </a:p>
      </dsp:txBody>
      <dsp:txXfrm>
        <a:off x="4349253" y="2318383"/>
        <a:ext cx="1014453" cy="1014453"/>
      </dsp:txXfrm>
    </dsp:sp>
    <dsp:sp modelId="{CB1D9C13-92C4-43BF-933C-8A3BB91B45AC}">
      <dsp:nvSpPr>
        <dsp:cNvPr id="0" name=""/>
        <dsp:cNvSpPr/>
      </dsp:nvSpPr>
      <dsp:spPr>
        <a:xfrm rot="16200000">
          <a:off x="4565399" y="1331660"/>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638567" y="1502384"/>
        <a:ext cx="435826" cy="292670"/>
      </dsp:txXfrm>
    </dsp:sp>
    <dsp:sp modelId="{25E90E29-F7BA-44DE-A2FA-4AAB6EA7D74C}">
      <dsp:nvSpPr>
        <dsp:cNvPr id="0" name=""/>
        <dsp:cNvSpPr/>
      </dsp:nvSpPr>
      <dsp:spPr>
        <a:xfrm>
          <a:off x="4354351" y="560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CRM</a:t>
          </a:r>
        </a:p>
      </dsp:txBody>
      <dsp:txXfrm>
        <a:off x="4501421" y="152679"/>
        <a:ext cx="710117" cy="710117"/>
      </dsp:txXfrm>
    </dsp:sp>
    <dsp:sp modelId="{3EEED0DE-754D-4A8D-AE7D-5647DA74B869}">
      <dsp:nvSpPr>
        <dsp:cNvPr id="0" name=""/>
        <dsp:cNvSpPr/>
      </dsp:nvSpPr>
      <dsp:spPr>
        <a:xfrm rot="18163636">
          <a:off x="5241232"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274842" y="1689210"/>
        <a:ext cx="435826" cy="292670"/>
      </dsp:txXfrm>
    </dsp:sp>
    <dsp:sp modelId="{F27E359C-133A-4B0E-BD42-3AA949E283A2}">
      <dsp:nvSpPr>
        <dsp:cNvPr id="0" name=""/>
        <dsp:cNvSpPr/>
      </dsp:nvSpPr>
      <dsp:spPr>
        <a:xfrm>
          <a:off x="5607487"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Casino &amp; Live Casino</a:t>
          </a:r>
        </a:p>
      </dsp:txBody>
      <dsp:txXfrm>
        <a:off x="5754557" y="520633"/>
        <a:ext cx="710117" cy="710117"/>
      </dsp:txXfrm>
    </dsp:sp>
    <dsp:sp modelId="{5C8D2B3F-E424-4A16-ABA6-BC6EA0FF6DDE}">
      <dsp:nvSpPr>
        <dsp:cNvPr id="0" name=""/>
        <dsp:cNvSpPr/>
      </dsp:nvSpPr>
      <dsp:spPr>
        <a:xfrm rot="20127273">
          <a:off x="5702493"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709105" y="2190377"/>
        <a:ext cx="435826" cy="292670"/>
      </dsp:txXfrm>
    </dsp:sp>
    <dsp:sp modelId="{AFF64900-05A0-4F49-A512-1ED066EA08AD}">
      <dsp:nvSpPr>
        <dsp:cNvPr id="0" name=""/>
        <dsp:cNvSpPr/>
      </dsp:nvSpPr>
      <dsp:spPr>
        <a:xfrm>
          <a:off x="6462762"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Sport</a:t>
          </a:r>
        </a:p>
      </dsp:txBody>
      <dsp:txXfrm>
        <a:off x="6609832" y="1507672"/>
        <a:ext cx="710117" cy="710117"/>
      </dsp:txXfrm>
    </dsp:sp>
    <dsp:sp modelId="{D064B587-7444-470F-BFDE-F23B531A2FB0}">
      <dsp:nvSpPr>
        <dsp:cNvPr id="0" name=""/>
        <dsp:cNvSpPr/>
      </dsp:nvSpPr>
      <dsp:spPr>
        <a:xfrm rot="490909">
          <a:off x="580273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803479" y="2846764"/>
        <a:ext cx="435826" cy="292670"/>
      </dsp:txXfrm>
    </dsp:sp>
    <dsp:sp modelId="{73A89695-97EA-4284-8D4D-3E4187D5A8DE}">
      <dsp:nvSpPr>
        <dsp:cNvPr id="0" name=""/>
        <dsp:cNvSpPr/>
      </dsp:nvSpPr>
      <dsp:spPr>
        <a:xfrm>
          <a:off x="664863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BI</a:t>
          </a:r>
        </a:p>
      </dsp:txBody>
      <dsp:txXfrm>
        <a:off x="6795701" y="2800419"/>
        <a:ext cx="710117" cy="710117"/>
      </dsp:txXfrm>
    </dsp:sp>
    <dsp:sp modelId="{3977E674-E4CF-4A77-8B10-28E1279A9806}">
      <dsp:nvSpPr>
        <dsp:cNvPr id="0" name=""/>
        <dsp:cNvSpPr/>
      </dsp:nvSpPr>
      <dsp:spPr>
        <a:xfrm rot="2454545">
          <a:off x="5511331" y="3404088"/>
          <a:ext cx="588426"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29202" y="3453729"/>
        <a:ext cx="442091" cy="292670"/>
      </dsp:txXfrm>
    </dsp:sp>
    <dsp:sp modelId="{F077FA43-E7CE-41EF-9F3E-7687A0AAB414}">
      <dsp:nvSpPr>
        <dsp:cNvPr id="0" name=""/>
        <dsp:cNvSpPr/>
      </dsp:nvSpPr>
      <dsp:spPr>
        <a:xfrm>
          <a:off x="6115016" y="3849106"/>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solidFill>
            </a:rPr>
            <a:t>CS &amp; VIP</a:t>
          </a:r>
        </a:p>
      </dsp:txBody>
      <dsp:txXfrm>
        <a:off x="6262086" y="3996176"/>
        <a:ext cx="710117" cy="710117"/>
      </dsp:txXfrm>
    </dsp:sp>
    <dsp:sp modelId="{B689959D-7901-4827-B09A-1D8D605139FC}">
      <dsp:nvSpPr>
        <dsp:cNvPr id="0" name=""/>
        <dsp:cNvSpPr/>
      </dsp:nvSpPr>
      <dsp:spPr>
        <a:xfrm rot="4418182">
          <a:off x="4917581"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135" y="3808494"/>
        <a:ext cx="435826" cy="292670"/>
      </dsp:txXfrm>
    </dsp:sp>
    <dsp:sp modelId="{ED4E1BF5-D5CF-4D10-9B9B-3719A542E40A}">
      <dsp:nvSpPr>
        <dsp:cNvPr id="0" name=""/>
        <dsp:cNvSpPr/>
      </dsp:nvSpPr>
      <dsp:spPr>
        <a:xfrm>
          <a:off x="500737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KYC &amp; </a:t>
          </a:r>
          <a:r>
            <a:rPr lang="en-US" sz="1100" b="0" kern="1200" dirty="0">
              <a:solidFill>
                <a:schemeClr val="bg1"/>
              </a:solidFill>
            </a:rPr>
            <a:t>Payments</a:t>
          </a:r>
          <a:endParaRPr lang="en-US" sz="1200" b="0" kern="1200" dirty="0">
            <a:solidFill>
              <a:schemeClr val="bg1"/>
            </a:solidFill>
          </a:endParaRPr>
        </a:p>
      </dsp:txBody>
      <dsp:txXfrm>
        <a:off x="5154441" y="4694534"/>
        <a:ext cx="710117" cy="710117"/>
      </dsp:txXfrm>
    </dsp:sp>
    <dsp:sp modelId="{E3EE96DF-F0A0-4565-9D11-E624B1BDF003}">
      <dsp:nvSpPr>
        <dsp:cNvPr id="0" name=""/>
        <dsp:cNvSpPr/>
      </dsp:nvSpPr>
      <dsp:spPr>
        <a:xfrm rot="6381818">
          <a:off x="4213217" y="378114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306998" y="3808494"/>
        <a:ext cx="435826" cy="292670"/>
      </dsp:txXfrm>
    </dsp:sp>
    <dsp:sp modelId="{527EB035-94BE-409B-A77B-307406BB1497}">
      <dsp:nvSpPr>
        <dsp:cNvPr id="0" name=""/>
        <dsp:cNvSpPr/>
      </dsp:nvSpPr>
      <dsp:spPr>
        <a:xfrm>
          <a:off x="3701331" y="4547464"/>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Risk &amp; Fraud</a:t>
          </a:r>
        </a:p>
      </dsp:txBody>
      <dsp:txXfrm>
        <a:off x="3848401" y="4694534"/>
        <a:ext cx="710117" cy="710117"/>
      </dsp:txXfrm>
    </dsp:sp>
    <dsp:sp modelId="{CC54C38A-0FF0-4100-976F-649E17812D48}">
      <dsp:nvSpPr>
        <dsp:cNvPr id="0" name=""/>
        <dsp:cNvSpPr/>
      </dsp:nvSpPr>
      <dsp:spPr>
        <a:xfrm rot="8345455">
          <a:off x="3620667" y="3400334"/>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49131" y="3449975"/>
        <a:ext cx="435826" cy="292670"/>
      </dsp:txXfrm>
    </dsp:sp>
    <dsp:sp modelId="{CFDECE1B-02F4-41A4-8686-A1ABD13F4455}">
      <dsp:nvSpPr>
        <dsp:cNvPr id="0" name=""/>
        <dsp:cNvSpPr/>
      </dsp:nvSpPr>
      <dsp:spPr>
        <a:xfrm>
          <a:off x="2602619" y="3841365"/>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kern="1200" dirty="0">
              <a:solidFill>
                <a:schemeClr val="bg1"/>
              </a:solidFill>
            </a:rPr>
            <a:t>Marketing</a:t>
          </a:r>
          <a:endParaRPr lang="en-US" sz="1400" b="0" kern="1200" dirty="0">
            <a:solidFill>
              <a:schemeClr val="bg1"/>
            </a:solidFill>
          </a:endParaRPr>
        </a:p>
      </dsp:txBody>
      <dsp:txXfrm>
        <a:off x="2749689" y="3988435"/>
        <a:ext cx="710117" cy="710117"/>
      </dsp:txXfrm>
    </dsp:sp>
    <dsp:sp modelId="{782459AC-B91D-49D1-97F0-4859F460F42F}">
      <dsp:nvSpPr>
        <dsp:cNvPr id="0" name=""/>
        <dsp:cNvSpPr/>
      </dsp:nvSpPr>
      <dsp:spPr>
        <a:xfrm rot="10309091">
          <a:off x="3328064" y="2759621"/>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473654" y="2846764"/>
        <a:ext cx="435826" cy="292670"/>
      </dsp:txXfrm>
    </dsp:sp>
    <dsp:sp modelId="{00F1B7B8-87F4-49F5-A4E4-CDE52B87565B}">
      <dsp:nvSpPr>
        <dsp:cNvPr id="0" name=""/>
        <dsp:cNvSpPr/>
      </dsp:nvSpPr>
      <dsp:spPr>
        <a:xfrm>
          <a:off x="2060071" y="2653349"/>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solidFill>
                <a:schemeClr val="bg1"/>
              </a:solidFill>
            </a:rPr>
            <a:t>Project </a:t>
          </a:r>
          <a:r>
            <a:rPr lang="en-US" sz="800" b="0" kern="1200" dirty="0">
              <a:solidFill>
                <a:schemeClr val="bg1"/>
              </a:solidFill>
            </a:rPr>
            <a:t>management</a:t>
          </a:r>
          <a:endParaRPr lang="en-US" sz="1400" b="0" kern="1200" dirty="0">
            <a:solidFill>
              <a:schemeClr val="bg1"/>
            </a:solidFill>
          </a:endParaRPr>
        </a:p>
      </dsp:txBody>
      <dsp:txXfrm>
        <a:off x="2207141" y="2800419"/>
        <a:ext cx="710117" cy="710117"/>
      </dsp:txXfrm>
    </dsp:sp>
    <dsp:sp modelId="{420BCBF1-F19B-4999-ACA9-B7F1C5D4E7CE}">
      <dsp:nvSpPr>
        <dsp:cNvPr id="0" name=""/>
        <dsp:cNvSpPr/>
      </dsp:nvSpPr>
      <dsp:spPr>
        <a:xfrm rot="12272727">
          <a:off x="3428305" y="2062426"/>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568028" y="2190377"/>
        <a:ext cx="435826" cy="292670"/>
      </dsp:txXfrm>
    </dsp:sp>
    <dsp:sp modelId="{1281564C-F31C-4D91-8CAA-1CCA915FCA57}">
      <dsp:nvSpPr>
        <dsp:cNvPr id="0" name=""/>
        <dsp:cNvSpPr/>
      </dsp:nvSpPr>
      <dsp:spPr>
        <a:xfrm>
          <a:off x="2245939" y="1360602"/>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Poker</a:t>
          </a:r>
          <a:r>
            <a:rPr lang="bg-BG" sz="1400" kern="1200" dirty="0"/>
            <a:t>,</a:t>
          </a:r>
          <a:r>
            <a:rPr lang="en-US" sz="1400" kern="1200" dirty="0"/>
            <a:t> Svara</a:t>
          </a:r>
          <a:r>
            <a:rPr lang="bg-BG" sz="1400" kern="1200" dirty="0"/>
            <a:t> </a:t>
          </a:r>
          <a:r>
            <a:rPr lang="en-US" sz="1400" kern="1200" dirty="0"/>
            <a:t>&amp; </a:t>
          </a:r>
          <a:r>
            <a:rPr lang="en-US" sz="1400" kern="1200" dirty="0" err="1"/>
            <a:t>Tabla</a:t>
          </a:r>
          <a:endParaRPr lang="en-US" sz="1400" b="0" kern="1200" dirty="0">
            <a:solidFill>
              <a:schemeClr val="bg1"/>
            </a:solidFill>
          </a:endParaRPr>
        </a:p>
      </dsp:txBody>
      <dsp:txXfrm>
        <a:off x="2393009" y="1507672"/>
        <a:ext cx="710117" cy="710117"/>
      </dsp:txXfrm>
    </dsp:sp>
    <dsp:sp modelId="{BDCBB820-F509-4AAF-995F-689558373435}">
      <dsp:nvSpPr>
        <dsp:cNvPr id="0" name=""/>
        <dsp:cNvSpPr/>
      </dsp:nvSpPr>
      <dsp:spPr>
        <a:xfrm rot="14236364">
          <a:off x="3889566" y="1530102"/>
          <a:ext cx="582161" cy="487782"/>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4002291" y="1689210"/>
        <a:ext cx="435826" cy="292670"/>
      </dsp:txXfrm>
    </dsp:sp>
    <dsp:sp modelId="{A4C5163E-16E9-436A-8991-450801917C1A}">
      <dsp:nvSpPr>
        <dsp:cNvPr id="0" name=""/>
        <dsp:cNvSpPr/>
      </dsp:nvSpPr>
      <dsp:spPr>
        <a:xfrm>
          <a:off x="3101214" y="373563"/>
          <a:ext cx="1004257" cy="1004257"/>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F4EE00"/>
              </a:solidFill>
            </a:rPr>
            <a:t>Admin</a:t>
          </a:r>
          <a:endParaRPr lang="en-US" sz="1400" b="1" kern="1200" dirty="0">
            <a:solidFill>
              <a:srgbClr val="F4EE00"/>
            </a:solidFill>
          </a:endParaRPr>
        </a:p>
      </dsp:txBody>
      <dsp:txXfrm>
        <a:off x="3248284" y="520633"/>
        <a:ext cx="710117" cy="7101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CEO</a:t>
          </a:r>
          <a:endParaRPr lang="en-US" sz="1800" b="1" kern="1200" dirty="0">
            <a:solidFill>
              <a:srgbClr val="F4EE00"/>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COO</a:t>
          </a:r>
          <a:endParaRPr lang="en-US" sz="1400" kern="1200" dirty="0"/>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CFO</a:t>
          </a:r>
          <a:endParaRPr lang="en-US" sz="1400" kern="1200" dirty="0"/>
        </a:p>
      </dsp:txBody>
      <dsp:txXfrm>
        <a:off x="2756146" y="4294316"/>
        <a:ext cx="1030036" cy="1030036"/>
      </dsp:txXfrm>
    </dsp:sp>
    <dsp:sp modelId="{E9251F9D-8996-4471-9F39-FFC45CA5427A}">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686DAC8A-50C1-402B-8F1B-55411E40802C}">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CMO</a:t>
          </a:r>
        </a:p>
      </dsp:txBody>
      <dsp:txXfrm>
        <a:off x="717050" y="2255220"/>
        <a:ext cx="1030036" cy="103003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COO</a:t>
          </a:r>
          <a:endParaRPr lang="en-US" sz="1400" b="1" kern="1200" dirty="0">
            <a:solidFill>
              <a:srgbClr val="F4EE00"/>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CFO</a:t>
          </a:r>
          <a:endParaRPr lang="en-US" sz="1400" kern="1200" dirty="0"/>
        </a:p>
      </dsp:txBody>
      <dsp:txXfrm>
        <a:off x="2756146" y="4294316"/>
        <a:ext cx="1030036" cy="1030036"/>
      </dsp:txXfrm>
    </dsp:sp>
    <dsp:sp modelId="{51CBBC31-EA09-437E-A065-5DFB13A2D7E8}">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D13ECB7A-86D9-4B02-B3EC-1A28C2083312}">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CMO</a:t>
          </a:r>
        </a:p>
      </dsp:txBody>
      <dsp:txXfrm>
        <a:off x="717050" y="2255220"/>
        <a:ext cx="1030036" cy="103003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COO</a:t>
          </a:r>
          <a:endParaRPr lang="en-US" sz="1400" kern="1200" dirty="0">
            <a:solidFill>
              <a:schemeClr val="bg1"/>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rPr>
            <a:t>CFO</a:t>
          </a:r>
          <a:endParaRPr lang="en-US" sz="1400" b="1" kern="1200" dirty="0">
            <a:solidFill>
              <a:srgbClr val="F4EE00"/>
            </a:solidFill>
          </a:endParaRPr>
        </a:p>
      </dsp:txBody>
      <dsp:txXfrm>
        <a:off x="2756146" y="4294316"/>
        <a:ext cx="1030036" cy="1030036"/>
      </dsp:txXfrm>
    </dsp:sp>
    <dsp:sp modelId="{C0BA0A2F-9019-4CCA-9510-7803AF5E9484}">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F0F79613-3DAD-46C5-8ADA-25779C241E8E}">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CMO</a:t>
          </a:r>
          <a:endParaRPr lang="en-US" sz="1400" b="0" kern="1200" dirty="0">
            <a:solidFill>
              <a:schemeClr val="bg1"/>
            </a:solidFill>
          </a:endParaRPr>
        </a:p>
      </dsp:txBody>
      <dsp:txXfrm>
        <a:off x="717050" y="2255220"/>
        <a:ext cx="1030036" cy="103003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3BAC0-7851-4505-AC66-2531CC0AE9EE}">
      <dsp:nvSpPr>
        <dsp:cNvPr id="0" name=""/>
        <dsp:cNvSpPr/>
      </dsp:nvSpPr>
      <dsp:spPr>
        <a:xfrm>
          <a:off x="2542819"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4EE00"/>
              </a:solidFill>
            </a:rPr>
            <a:t>C-level </a:t>
          </a:r>
          <a:r>
            <a:rPr lang="en-US" sz="1200" b="1" kern="1200" dirty="0">
              <a:solidFill>
                <a:schemeClr val="bg1"/>
              </a:solidFill>
            </a:rPr>
            <a:t>Management</a:t>
          </a:r>
          <a:endParaRPr lang="en-US" sz="2000" b="1" kern="1200" dirty="0">
            <a:solidFill>
              <a:schemeClr val="bg1"/>
            </a:solidFill>
          </a:endParaRPr>
        </a:p>
      </dsp:txBody>
      <dsp:txXfrm>
        <a:off x="2756146" y="2255220"/>
        <a:ext cx="1030036" cy="1030036"/>
      </dsp:txXfrm>
    </dsp:sp>
    <dsp:sp modelId="{700F3B8B-12A5-4554-8A15-589138EA5916}">
      <dsp:nvSpPr>
        <dsp:cNvPr id="0" name=""/>
        <dsp:cNvSpPr/>
      </dsp:nvSpPr>
      <dsp:spPr>
        <a:xfrm rot="16200000">
          <a:off x="3116827" y="1511789"/>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1657145"/>
        <a:ext cx="216072" cy="297164"/>
      </dsp:txXfrm>
    </dsp:sp>
    <dsp:sp modelId="{711BABBB-54A9-41C6-BFF6-A5B731DA80A0}">
      <dsp:nvSpPr>
        <dsp:cNvPr id="0" name=""/>
        <dsp:cNvSpPr/>
      </dsp:nvSpPr>
      <dsp:spPr>
        <a:xfrm>
          <a:off x="2542819" y="2796"/>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rPr>
            <a:t>CEO</a:t>
          </a:r>
          <a:endParaRPr lang="en-US" sz="1800" b="0" kern="1200" dirty="0">
            <a:solidFill>
              <a:schemeClr val="bg1"/>
            </a:solidFill>
          </a:endParaRPr>
        </a:p>
      </dsp:txBody>
      <dsp:txXfrm>
        <a:off x="2756146" y="216123"/>
        <a:ext cx="1030036" cy="1030036"/>
      </dsp:txXfrm>
    </dsp:sp>
    <dsp:sp modelId="{C9704D13-EED6-4482-BA0B-46668B8F7C94}">
      <dsp:nvSpPr>
        <dsp:cNvPr id="0" name=""/>
        <dsp:cNvSpPr/>
      </dsp:nvSpPr>
      <dsp:spPr>
        <a:xfrm>
          <a:off x="4127639"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127639" y="2621656"/>
        <a:ext cx="216072" cy="297164"/>
      </dsp:txXfrm>
    </dsp:sp>
    <dsp:sp modelId="{1B4F928B-8D98-4F18-965B-952DB37BFA79}">
      <dsp:nvSpPr>
        <dsp:cNvPr id="0" name=""/>
        <dsp:cNvSpPr/>
      </dsp:nvSpPr>
      <dsp:spPr>
        <a:xfrm>
          <a:off x="4581915"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rPr>
            <a:t>COO</a:t>
          </a:r>
          <a:endParaRPr lang="en-US" sz="1400" kern="1200" dirty="0">
            <a:solidFill>
              <a:schemeClr val="bg1"/>
            </a:solidFill>
          </a:endParaRPr>
        </a:p>
      </dsp:txBody>
      <dsp:txXfrm>
        <a:off x="4795242" y="2255220"/>
        <a:ext cx="1030036" cy="1030036"/>
      </dsp:txXfrm>
    </dsp:sp>
    <dsp:sp modelId="{B331297E-22A3-4FA4-A996-8E9C9193FBE4}">
      <dsp:nvSpPr>
        <dsp:cNvPr id="0" name=""/>
        <dsp:cNvSpPr/>
      </dsp:nvSpPr>
      <dsp:spPr>
        <a:xfrm rot="5400000">
          <a:off x="3116827" y="3533413"/>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163128" y="3586167"/>
        <a:ext cx="216072" cy="297164"/>
      </dsp:txXfrm>
    </dsp:sp>
    <dsp:sp modelId="{19CA95C7-970A-4F5E-BCC7-945593082CFB}">
      <dsp:nvSpPr>
        <dsp:cNvPr id="0" name=""/>
        <dsp:cNvSpPr/>
      </dsp:nvSpPr>
      <dsp:spPr>
        <a:xfrm>
          <a:off x="2542819" y="4080989"/>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prstClr val="white"/>
              </a:solidFill>
              <a:latin typeface="Trebuchet MS" panose="020B0603020202020204"/>
              <a:ea typeface="+mn-ea"/>
              <a:cs typeface="+mn-cs"/>
            </a:rPr>
            <a:t>CFO</a:t>
          </a:r>
        </a:p>
      </dsp:txBody>
      <dsp:txXfrm>
        <a:off x="2756146" y="4294316"/>
        <a:ext cx="1030036" cy="1030036"/>
      </dsp:txXfrm>
    </dsp:sp>
    <dsp:sp modelId="{C0BA0A2F-9019-4CCA-9510-7803AF5E9484}">
      <dsp:nvSpPr>
        <dsp:cNvPr id="0" name=""/>
        <dsp:cNvSpPr/>
      </dsp:nvSpPr>
      <dsp:spPr>
        <a:xfrm rot="10800000">
          <a:off x="2106015" y="2522601"/>
          <a:ext cx="308674" cy="495274"/>
        </a:xfrm>
        <a:prstGeom prst="rightArrow">
          <a:avLst>
            <a:gd name="adj1" fmla="val 60000"/>
            <a:gd name="adj2" fmla="val 50000"/>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198617" y="2621656"/>
        <a:ext cx="216072" cy="297164"/>
      </dsp:txXfrm>
    </dsp:sp>
    <dsp:sp modelId="{F0F79613-3DAD-46C5-8ADA-25779C241E8E}">
      <dsp:nvSpPr>
        <dsp:cNvPr id="0" name=""/>
        <dsp:cNvSpPr/>
      </dsp:nvSpPr>
      <dsp:spPr>
        <a:xfrm>
          <a:off x="503723" y="2041893"/>
          <a:ext cx="1456690" cy="1456690"/>
        </a:xfrm>
        <a:prstGeom prst="ellipse">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rgbClr val="F4EE00"/>
              </a:solidFill>
              <a:latin typeface="Trebuchet MS" panose="020B0603020202020204"/>
              <a:ea typeface="+mn-ea"/>
              <a:cs typeface="+mn-cs"/>
            </a:rPr>
            <a:t>CMO</a:t>
          </a:r>
        </a:p>
      </dsp:txBody>
      <dsp:txXfrm>
        <a:off x="717050" y="2255220"/>
        <a:ext cx="1030036" cy="103003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32CD4-DACA-474D-8D4F-AF890E394CBB}">
      <dsp:nvSpPr>
        <dsp:cNvPr id="0" name=""/>
        <dsp:cNvSpPr/>
      </dsp:nvSpPr>
      <dsp:spPr>
        <a:xfrm>
          <a:off x="0" y="266517"/>
          <a:ext cx="7550577" cy="81641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Best practices – </a:t>
          </a:r>
          <a:r>
            <a:rPr lang="en-US" sz="2400" b="1" kern="1200" dirty="0">
              <a:solidFill>
                <a:srgbClr val="F4EE00"/>
              </a:solidFill>
              <a:hlinkClick xmlns:r="http://schemas.openxmlformats.org/officeDocument/2006/relationships" r:id="rId1">
                <a:extLst>
                  <a:ext uri="{A12FA001-AC4F-418D-AE19-62706E023703}">
                    <ahyp:hlinkClr xmlns:ahyp="http://schemas.microsoft.com/office/drawing/2018/hyperlinkcolor" val="tx"/>
                  </a:ext>
                </a:extLst>
              </a:hlinkClick>
            </a:rPr>
            <a:t>Jira</a:t>
          </a:r>
          <a:r>
            <a:rPr lang="en-US" sz="2400" kern="1200" dirty="0">
              <a:solidFill>
                <a:srgbClr val="F4EE00"/>
              </a:solidFill>
            </a:rPr>
            <a:t>  </a:t>
          </a:r>
        </a:p>
      </dsp:txBody>
      <dsp:txXfrm>
        <a:off x="39854" y="306371"/>
        <a:ext cx="7470869" cy="736703"/>
      </dsp:txXfrm>
    </dsp:sp>
    <dsp:sp modelId="{D28675B0-7906-42DA-A548-D1BBE18DED8B}">
      <dsp:nvSpPr>
        <dsp:cNvPr id="0" name=""/>
        <dsp:cNvSpPr/>
      </dsp:nvSpPr>
      <dsp:spPr>
        <a:xfrm>
          <a:off x="0" y="1072050"/>
          <a:ext cx="7550577" cy="3296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731" tIns="22860" rIns="128016" bIns="22860" numCol="1" spcCol="1270" anchor="t" anchorCtr="0">
          <a:noAutofit/>
        </a:bodyPr>
        <a:lstStyle/>
        <a:p>
          <a:pPr marL="171450" lvl="1" indent="-171450" algn="l" defTabSz="800100">
            <a:lnSpc>
              <a:spcPct val="90000"/>
            </a:lnSpc>
            <a:spcBef>
              <a:spcPct val="0"/>
            </a:spcBef>
            <a:spcAft>
              <a:spcPct val="20000"/>
            </a:spcAft>
            <a:buNone/>
          </a:pPr>
          <a:r>
            <a:rPr lang="en-US" sz="1800" b="1" kern="1200" dirty="0"/>
            <a:t>Start of Shift:</a:t>
          </a:r>
          <a:endParaRPr lang="en-US" sz="180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Review and prioritize tickets based on urgency and importance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Groom your backlog by cleaning out outdated tasks and ensuring items are relevant</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Check any tickets assigned to you and update their status if needed</a:t>
          </a:r>
        </a:p>
        <a:p>
          <a:pPr marL="171450" lvl="1" indent="-171450" algn="l" defTabSz="800100">
            <a:lnSpc>
              <a:spcPct val="90000"/>
            </a:lnSpc>
            <a:spcBef>
              <a:spcPct val="0"/>
            </a:spcBef>
            <a:spcAft>
              <a:spcPct val="20000"/>
            </a:spcAft>
            <a:buNone/>
          </a:pPr>
          <a:r>
            <a:rPr lang="en-US" sz="1800" b="1" kern="1200" dirty="0"/>
            <a:t>Mid-Shift: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Update ticket statuses to reflect current progress (To Do, In Progress, Code Review, etc.)</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Add comments to tickets with any new information or challenges encountered</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Link related work from other platforms to your Jira tickets for better visibility</a:t>
          </a:r>
        </a:p>
        <a:p>
          <a:pPr marL="171450" lvl="1" indent="-171450" algn="l" defTabSz="800100">
            <a:lnSpc>
              <a:spcPct val="90000"/>
            </a:lnSpc>
            <a:spcBef>
              <a:spcPct val="0"/>
            </a:spcBef>
            <a:spcAft>
              <a:spcPct val="20000"/>
            </a:spcAft>
            <a:buNone/>
          </a:pPr>
          <a:r>
            <a:rPr lang="en-US" sz="1800" b="1" kern="1200" dirty="0"/>
            <a:t>End of 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Ensure all completed work has the proper resolution status (not just moved to "Done")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Write clear descriptions for any new tickets created, including context and acceptance criteria</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Use labels and filters to organize tickets for the next day's work</a:t>
          </a:r>
        </a:p>
      </dsp:txBody>
      <dsp:txXfrm>
        <a:off x="0" y="1072050"/>
        <a:ext cx="7550577" cy="329647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32CD4-DACA-474D-8D4F-AF890E394CBB}">
      <dsp:nvSpPr>
        <dsp:cNvPr id="0" name=""/>
        <dsp:cNvSpPr/>
      </dsp:nvSpPr>
      <dsp:spPr>
        <a:xfrm>
          <a:off x="0" y="255639"/>
          <a:ext cx="7550577" cy="816411"/>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Best practices – </a:t>
          </a:r>
          <a:r>
            <a:rPr lang="en-US" sz="2400" b="1" kern="1200" dirty="0">
              <a:solidFill>
                <a:srgbClr val="F4EE00"/>
              </a:solidFill>
            </a:rPr>
            <a:t>E-mail (Outlook)</a:t>
          </a:r>
        </a:p>
      </dsp:txBody>
      <dsp:txXfrm>
        <a:off x="39854" y="295493"/>
        <a:ext cx="7470869" cy="736703"/>
      </dsp:txXfrm>
    </dsp:sp>
    <dsp:sp modelId="{D28675B0-7906-42DA-A548-D1BBE18DED8B}">
      <dsp:nvSpPr>
        <dsp:cNvPr id="0" name=""/>
        <dsp:cNvSpPr/>
      </dsp:nvSpPr>
      <dsp:spPr>
        <a:xfrm>
          <a:off x="0" y="1072050"/>
          <a:ext cx="7550577" cy="3296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731" tIns="22860" rIns="128016" bIns="22860" numCol="1" spcCol="1270" anchor="t" anchorCtr="0">
          <a:noAutofit/>
        </a:bodyPr>
        <a:lstStyle/>
        <a:p>
          <a:pPr marL="171450" lvl="1" indent="-171450" algn="l" defTabSz="800100">
            <a:lnSpc>
              <a:spcPct val="90000"/>
            </a:lnSpc>
            <a:spcBef>
              <a:spcPct val="0"/>
            </a:spcBef>
            <a:spcAft>
              <a:spcPct val="20000"/>
            </a:spcAft>
            <a:buNone/>
          </a:pPr>
          <a:r>
            <a:rPr lang="en-US" sz="1800" b="1" kern="1200" dirty="0"/>
            <a:t>Start of Shift:</a:t>
          </a:r>
          <a:endParaRPr lang="en-US" sz="180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Process emails using the 4 Ds method: Delete, Do (if under 2 minutes), Delegate, or Defer</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Sort emails into action folders: Action Required, Waiting for Response, Reference, Archive</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Handle quick responses immediately using the 1-minute rule</a:t>
          </a:r>
        </a:p>
        <a:p>
          <a:pPr marL="171450" lvl="1" indent="-171450" algn="l" defTabSz="800100">
            <a:lnSpc>
              <a:spcPct val="90000"/>
            </a:lnSpc>
            <a:spcBef>
              <a:spcPct val="0"/>
            </a:spcBef>
            <a:spcAft>
              <a:spcPct val="20000"/>
            </a:spcAft>
            <a:buNone/>
          </a:pPr>
          <a:r>
            <a:rPr lang="en-US" sz="1800" b="1" kern="1200" dirty="0"/>
            <a:t>Mid-Shift: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Check priority emails only and respond to time-sensitive messages</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Batch similar emails together (client inquiries, team updates) to process efficiently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Make emails clear and specific with bullet points to reduce follow-up questions</a:t>
          </a:r>
        </a:p>
        <a:p>
          <a:pPr marL="171450" lvl="1" indent="-171450" algn="l" defTabSz="800100">
            <a:lnSpc>
              <a:spcPct val="90000"/>
            </a:lnSpc>
            <a:spcBef>
              <a:spcPct val="0"/>
            </a:spcBef>
            <a:spcAft>
              <a:spcPct val="20000"/>
            </a:spcAft>
            <a:buNone/>
          </a:pPr>
          <a:r>
            <a:rPr lang="en-US" sz="1800" b="1" kern="1200" dirty="0"/>
            <a:t>End of Shift:</a:t>
          </a:r>
          <a:endParaRPr lang="en-US" sz="18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Clear out emails that accumulated during the day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dirty="0"/>
            <a:t>Organize your inbox with folders and filters for the next day</a:t>
          </a:r>
        </a:p>
        <a:p>
          <a:pPr marL="228600" lvl="2" indent="-114300" algn="l" defTabSz="622300">
            <a:lnSpc>
              <a:spcPct val="90000"/>
            </a:lnSpc>
            <a:spcBef>
              <a:spcPct val="0"/>
            </a:spcBef>
            <a:spcAft>
              <a:spcPct val="20000"/>
            </a:spcAft>
            <a:buFont typeface="Arial" panose="020B0604020202020204" pitchFamily="34" charset="0"/>
            <a:buChar char="•"/>
          </a:pPr>
          <a:r>
            <a:rPr lang="en-US" sz="1400" b="0" i="0" kern="1200"/>
            <a:t>Use labels and filters to organize tickets for the next day's work</a:t>
          </a:r>
          <a:endParaRPr lang="en-US" sz="1400" b="0" i="0" kern="1200" dirty="0"/>
        </a:p>
      </dsp:txBody>
      <dsp:txXfrm>
        <a:off x="0" y="1072050"/>
        <a:ext cx="7550577" cy="3296475"/>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2AB32-5009-4353-8714-3FCD44A2DCB4}" type="datetimeFigureOut">
              <a:rPr lang="en-US" smtClean="0"/>
              <a:t>17-Jun-26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31FBF-4680-4014-A4BA-5DBD5FA2376C}" type="slidenum">
              <a:rPr lang="en-US" smtClean="0"/>
              <a:t>‹#›</a:t>
            </a:fld>
            <a:endParaRPr lang="en-US"/>
          </a:p>
        </p:txBody>
      </p:sp>
    </p:spTree>
    <p:extLst>
      <p:ext uri="{BB962C8B-B14F-4D97-AF65-F5344CB8AC3E}">
        <p14:creationId xmlns:p14="http://schemas.microsoft.com/office/powerpoint/2010/main" val="301177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31FBF-4680-4014-A4BA-5DBD5FA2376C}" type="slidenum">
              <a:rPr lang="en-US" smtClean="0"/>
              <a:t>1</a:t>
            </a:fld>
            <a:endParaRPr lang="en-US"/>
          </a:p>
        </p:txBody>
      </p:sp>
    </p:spTree>
    <p:extLst>
      <p:ext uri="{BB962C8B-B14F-4D97-AF65-F5344CB8AC3E}">
        <p14:creationId xmlns:p14="http://schemas.microsoft.com/office/powerpoint/2010/main" val="276494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931FBF-4680-4014-A4BA-5DBD5FA2376C}" type="slidenum">
              <a:rPr lang="en-US" smtClean="0"/>
              <a:t>2</a:t>
            </a:fld>
            <a:endParaRPr lang="en-US"/>
          </a:p>
        </p:txBody>
      </p:sp>
    </p:spTree>
    <p:extLst>
      <p:ext uri="{BB962C8B-B14F-4D97-AF65-F5344CB8AC3E}">
        <p14:creationId xmlns:p14="http://schemas.microsoft.com/office/powerpoint/2010/main" val="3322304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03AB-9E4F-6C4C-A423-263417C07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A95A1-6757-C3BF-D071-69E0314E4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4B921-5678-11D3-8E32-5542191F06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17B273-DFD3-04F1-CCCE-83739DD01BFB}"/>
              </a:ext>
            </a:extLst>
          </p:cNvPr>
          <p:cNvSpPr>
            <a:spLocks noGrp="1"/>
          </p:cNvSpPr>
          <p:nvPr>
            <p:ph type="sldNum" sz="quarter" idx="5"/>
          </p:nvPr>
        </p:nvSpPr>
        <p:spPr/>
        <p:txBody>
          <a:bodyPr/>
          <a:lstStyle/>
          <a:p>
            <a:fld id="{6B931FBF-4680-4014-A4BA-5DBD5FA2376C}" type="slidenum">
              <a:rPr lang="en-US" smtClean="0"/>
              <a:t>3</a:t>
            </a:fld>
            <a:endParaRPr lang="en-US"/>
          </a:p>
        </p:txBody>
      </p:sp>
    </p:spTree>
    <p:extLst>
      <p:ext uri="{BB962C8B-B14F-4D97-AF65-F5344CB8AC3E}">
        <p14:creationId xmlns:p14="http://schemas.microsoft.com/office/powerpoint/2010/main" val="4000177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3C32-473C-6885-DF66-380855225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81304-0848-4729-C275-390B2B498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A11AA-D0F6-14D1-845B-E4C8F6EC78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20092A-C8D5-87F8-82F0-1A6102C2B3E8}"/>
              </a:ext>
            </a:extLst>
          </p:cNvPr>
          <p:cNvSpPr>
            <a:spLocks noGrp="1"/>
          </p:cNvSpPr>
          <p:nvPr>
            <p:ph type="sldNum" sz="quarter" idx="5"/>
          </p:nvPr>
        </p:nvSpPr>
        <p:spPr/>
        <p:txBody>
          <a:bodyPr/>
          <a:lstStyle/>
          <a:p>
            <a:fld id="{6B931FBF-4680-4014-A4BA-5DBD5FA2376C}" type="slidenum">
              <a:rPr lang="en-US" smtClean="0"/>
              <a:t>4</a:t>
            </a:fld>
            <a:endParaRPr lang="en-US"/>
          </a:p>
        </p:txBody>
      </p:sp>
    </p:spTree>
    <p:extLst>
      <p:ext uri="{BB962C8B-B14F-4D97-AF65-F5344CB8AC3E}">
        <p14:creationId xmlns:p14="http://schemas.microsoft.com/office/powerpoint/2010/main" val="2625463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9B853-7448-A78B-B622-70BC7C26C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5350E-A2D4-B427-2854-3E84BA80F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219E0-3AE4-6D68-7976-24F1867FB2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399158-5A29-E5F8-0FC9-91D4EDCC6C6D}"/>
              </a:ext>
            </a:extLst>
          </p:cNvPr>
          <p:cNvSpPr>
            <a:spLocks noGrp="1"/>
          </p:cNvSpPr>
          <p:nvPr>
            <p:ph type="sldNum" sz="quarter" idx="5"/>
          </p:nvPr>
        </p:nvSpPr>
        <p:spPr/>
        <p:txBody>
          <a:bodyPr/>
          <a:lstStyle/>
          <a:p>
            <a:fld id="{6B931FBF-4680-4014-A4BA-5DBD5FA2376C}" type="slidenum">
              <a:rPr lang="en-US" smtClean="0"/>
              <a:t>5</a:t>
            </a:fld>
            <a:endParaRPr lang="en-US"/>
          </a:p>
        </p:txBody>
      </p:sp>
    </p:spTree>
    <p:extLst>
      <p:ext uri="{BB962C8B-B14F-4D97-AF65-F5344CB8AC3E}">
        <p14:creationId xmlns:p14="http://schemas.microsoft.com/office/powerpoint/2010/main" val="4065163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15C74-98BD-25CE-63EC-134DF4A76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CE6B2-64C5-9641-EEF0-36CAAE0BA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C7738-171F-4B4C-C73C-461CCA2B55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7E289C-8806-EC07-57FE-A29DD5B511FD}"/>
              </a:ext>
            </a:extLst>
          </p:cNvPr>
          <p:cNvSpPr>
            <a:spLocks noGrp="1"/>
          </p:cNvSpPr>
          <p:nvPr>
            <p:ph type="sldNum" sz="quarter" idx="5"/>
          </p:nvPr>
        </p:nvSpPr>
        <p:spPr/>
        <p:txBody>
          <a:bodyPr/>
          <a:lstStyle/>
          <a:p>
            <a:fld id="{6B931FBF-4680-4014-A4BA-5DBD5FA2376C}" type="slidenum">
              <a:rPr lang="en-US" smtClean="0"/>
              <a:t>6</a:t>
            </a:fld>
            <a:endParaRPr lang="en-US"/>
          </a:p>
        </p:txBody>
      </p:sp>
    </p:spTree>
    <p:extLst>
      <p:ext uri="{BB962C8B-B14F-4D97-AF65-F5344CB8AC3E}">
        <p14:creationId xmlns:p14="http://schemas.microsoft.com/office/powerpoint/2010/main" val="2537225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1D4F4-A495-75D1-18F6-4EDD24523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7914D-01A6-F4A4-6622-B6D34C77E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0366A-DC63-588A-3698-F03D4A4129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28473D-33F5-C6E6-260B-F734B7F7A82F}"/>
              </a:ext>
            </a:extLst>
          </p:cNvPr>
          <p:cNvSpPr>
            <a:spLocks noGrp="1"/>
          </p:cNvSpPr>
          <p:nvPr>
            <p:ph type="sldNum" sz="quarter" idx="5"/>
          </p:nvPr>
        </p:nvSpPr>
        <p:spPr/>
        <p:txBody>
          <a:bodyPr/>
          <a:lstStyle/>
          <a:p>
            <a:fld id="{6B931FBF-4680-4014-A4BA-5DBD5FA2376C}" type="slidenum">
              <a:rPr lang="en-US" smtClean="0"/>
              <a:t>7</a:t>
            </a:fld>
            <a:endParaRPr lang="en-US"/>
          </a:p>
        </p:txBody>
      </p:sp>
    </p:spTree>
    <p:extLst>
      <p:ext uri="{BB962C8B-B14F-4D97-AF65-F5344CB8AC3E}">
        <p14:creationId xmlns:p14="http://schemas.microsoft.com/office/powerpoint/2010/main" val="3480963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31B4-FD62-A6C4-913E-4A2521BAF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6522E-5E5D-F1B2-6C6F-9F06C546F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D20CD-7EEF-C8BE-BFBA-9946661549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9095A-6C8B-DAD8-4C70-2D43C4A20581}"/>
              </a:ext>
            </a:extLst>
          </p:cNvPr>
          <p:cNvSpPr>
            <a:spLocks noGrp="1"/>
          </p:cNvSpPr>
          <p:nvPr>
            <p:ph type="sldNum" sz="quarter" idx="5"/>
          </p:nvPr>
        </p:nvSpPr>
        <p:spPr/>
        <p:txBody>
          <a:bodyPr/>
          <a:lstStyle/>
          <a:p>
            <a:fld id="{6B931FBF-4680-4014-A4BA-5DBD5FA2376C}" type="slidenum">
              <a:rPr lang="en-US" smtClean="0"/>
              <a:t>8</a:t>
            </a:fld>
            <a:endParaRPr lang="en-US"/>
          </a:p>
        </p:txBody>
      </p:sp>
    </p:spTree>
    <p:extLst>
      <p:ext uri="{BB962C8B-B14F-4D97-AF65-F5344CB8AC3E}">
        <p14:creationId xmlns:p14="http://schemas.microsoft.com/office/powerpoint/2010/main" val="68428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DA3C7-A679-CC32-B4C3-88F59D21F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04B18-3BAD-D125-906B-46CFB53D4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0B2EB-3110-0B03-595B-0DBE6452BC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467683-0C2F-555F-2DEB-D072E22878D7}"/>
              </a:ext>
            </a:extLst>
          </p:cNvPr>
          <p:cNvSpPr>
            <a:spLocks noGrp="1"/>
          </p:cNvSpPr>
          <p:nvPr>
            <p:ph type="sldNum" sz="quarter" idx="5"/>
          </p:nvPr>
        </p:nvSpPr>
        <p:spPr/>
        <p:txBody>
          <a:bodyPr/>
          <a:lstStyle/>
          <a:p>
            <a:fld id="{6B931FBF-4680-4014-A4BA-5DBD5FA2376C}" type="slidenum">
              <a:rPr lang="en-US" smtClean="0"/>
              <a:t>9</a:t>
            </a:fld>
            <a:endParaRPr lang="en-US"/>
          </a:p>
        </p:txBody>
      </p:sp>
    </p:spTree>
    <p:extLst>
      <p:ext uri="{BB962C8B-B14F-4D97-AF65-F5344CB8AC3E}">
        <p14:creationId xmlns:p14="http://schemas.microsoft.com/office/powerpoint/2010/main" val="193231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25D08-5782-B4EF-34D0-35F832F3E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85115-8D99-4272-B962-C44FA1556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6990E-1C5D-86C5-5419-5840275BE8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42DDC-0351-60CC-0D31-09E81BAC20BB}"/>
              </a:ext>
            </a:extLst>
          </p:cNvPr>
          <p:cNvSpPr>
            <a:spLocks noGrp="1"/>
          </p:cNvSpPr>
          <p:nvPr>
            <p:ph type="sldNum" sz="quarter" idx="5"/>
          </p:nvPr>
        </p:nvSpPr>
        <p:spPr/>
        <p:txBody>
          <a:bodyPr/>
          <a:lstStyle/>
          <a:p>
            <a:fld id="{6B931FBF-4680-4014-A4BA-5DBD5FA2376C}" type="slidenum">
              <a:rPr lang="en-US" smtClean="0"/>
              <a:t>10</a:t>
            </a:fld>
            <a:endParaRPr lang="en-US"/>
          </a:p>
        </p:txBody>
      </p:sp>
    </p:spTree>
    <p:extLst>
      <p:ext uri="{BB962C8B-B14F-4D97-AF65-F5344CB8AC3E}">
        <p14:creationId xmlns:p14="http://schemas.microsoft.com/office/powerpoint/2010/main" val="224504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47B2-BD31-1BCF-052F-F8EC2994A0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65AA8-9735-D166-A088-4D60CBA1A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F99A1-395D-B490-F857-58131128D9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9533B3-C459-6D44-203E-002AF4E536DF}"/>
              </a:ext>
            </a:extLst>
          </p:cNvPr>
          <p:cNvSpPr>
            <a:spLocks noGrp="1"/>
          </p:cNvSpPr>
          <p:nvPr>
            <p:ph type="sldNum" sz="quarter" idx="5"/>
          </p:nvPr>
        </p:nvSpPr>
        <p:spPr/>
        <p:txBody>
          <a:bodyPr/>
          <a:lstStyle/>
          <a:p>
            <a:fld id="{6B931FBF-4680-4014-A4BA-5DBD5FA2376C}" type="slidenum">
              <a:rPr lang="en-US" smtClean="0"/>
              <a:t>11</a:t>
            </a:fld>
            <a:endParaRPr lang="en-US"/>
          </a:p>
        </p:txBody>
      </p:sp>
    </p:spTree>
    <p:extLst>
      <p:ext uri="{BB962C8B-B14F-4D97-AF65-F5344CB8AC3E}">
        <p14:creationId xmlns:p14="http://schemas.microsoft.com/office/powerpoint/2010/main" val="3820727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CE696-EFBC-7106-E0BC-1771970A0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C43B1-F080-4AA4-1AB7-C45C85599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C79A1-D5DC-F9C1-D38E-925D1DCA9E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C12AE-CB12-ABA3-32E0-E89443E6C95C}"/>
              </a:ext>
            </a:extLst>
          </p:cNvPr>
          <p:cNvSpPr>
            <a:spLocks noGrp="1"/>
          </p:cNvSpPr>
          <p:nvPr>
            <p:ph type="sldNum" sz="quarter" idx="5"/>
          </p:nvPr>
        </p:nvSpPr>
        <p:spPr/>
        <p:txBody>
          <a:bodyPr/>
          <a:lstStyle/>
          <a:p>
            <a:fld id="{6B931FBF-4680-4014-A4BA-5DBD5FA2376C}" type="slidenum">
              <a:rPr lang="en-US" smtClean="0"/>
              <a:t>12</a:t>
            </a:fld>
            <a:endParaRPr lang="en-US"/>
          </a:p>
        </p:txBody>
      </p:sp>
    </p:spTree>
    <p:extLst>
      <p:ext uri="{BB962C8B-B14F-4D97-AF65-F5344CB8AC3E}">
        <p14:creationId xmlns:p14="http://schemas.microsoft.com/office/powerpoint/2010/main" val="11558260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89CC2-FC20-EBD2-ED13-5AC8AE57D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7E845-96E2-08A0-9735-7D6B07642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24134-60A3-0F91-4548-63893D96DB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666A5C-487E-E8EF-49FB-3ACB7EBC87FA}"/>
              </a:ext>
            </a:extLst>
          </p:cNvPr>
          <p:cNvSpPr>
            <a:spLocks noGrp="1"/>
          </p:cNvSpPr>
          <p:nvPr>
            <p:ph type="sldNum" sz="quarter" idx="5"/>
          </p:nvPr>
        </p:nvSpPr>
        <p:spPr/>
        <p:txBody>
          <a:bodyPr/>
          <a:lstStyle/>
          <a:p>
            <a:fld id="{6B931FBF-4680-4014-A4BA-5DBD5FA2376C}" type="slidenum">
              <a:rPr lang="en-US" smtClean="0"/>
              <a:t>13</a:t>
            </a:fld>
            <a:endParaRPr lang="en-US"/>
          </a:p>
        </p:txBody>
      </p:sp>
    </p:spTree>
    <p:extLst>
      <p:ext uri="{BB962C8B-B14F-4D97-AF65-F5344CB8AC3E}">
        <p14:creationId xmlns:p14="http://schemas.microsoft.com/office/powerpoint/2010/main" val="1604527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620A-D93A-90A1-F94E-99F188397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21330-7242-A0E3-42D9-4AF8A5297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7A813-AACE-C0E0-EE0A-E265A4AD40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90BFE3-DEAB-4757-651D-20526B38FA8A}"/>
              </a:ext>
            </a:extLst>
          </p:cNvPr>
          <p:cNvSpPr>
            <a:spLocks noGrp="1"/>
          </p:cNvSpPr>
          <p:nvPr>
            <p:ph type="sldNum" sz="quarter" idx="5"/>
          </p:nvPr>
        </p:nvSpPr>
        <p:spPr/>
        <p:txBody>
          <a:bodyPr/>
          <a:lstStyle/>
          <a:p>
            <a:fld id="{6B931FBF-4680-4014-A4BA-5DBD5FA2376C}" type="slidenum">
              <a:rPr lang="en-US" smtClean="0"/>
              <a:t>14</a:t>
            </a:fld>
            <a:endParaRPr lang="en-US"/>
          </a:p>
        </p:txBody>
      </p:sp>
    </p:spTree>
    <p:extLst>
      <p:ext uri="{BB962C8B-B14F-4D97-AF65-F5344CB8AC3E}">
        <p14:creationId xmlns:p14="http://schemas.microsoft.com/office/powerpoint/2010/main" val="133075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C43D-7C5E-8DA7-C0D0-A1F53FA7B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41DB6-68D8-133D-9E6D-C7CF4383A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5F476-D2C3-29EF-5AB3-6284678061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CE2DD5-FA90-29F0-D228-ADF9CF907B15}"/>
              </a:ext>
            </a:extLst>
          </p:cNvPr>
          <p:cNvSpPr>
            <a:spLocks noGrp="1"/>
          </p:cNvSpPr>
          <p:nvPr>
            <p:ph type="sldNum" sz="quarter" idx="5"/>
          </p:nvPr>
        </p:nvSpPr>
        <p:spPr/>
        <p:txBody>
          <a:bodyPr/>
          <a:lstStyle/>
          <a:p>
            <a:fld id="{6B931FBF-4680-4014-A4BA-5DBD5FA2376C}" type="slidenum">
              <a:rPr lang="en-US" smtClean="0"/>
              <a:t>15</a:t>
            </a:fld>
            <a:endParaRPr lang="en-US"/>
          </a:p>
        </p:txBody>
      </p:sp>
    </p:spTree>
    <p:extLst>
      <p:ext uri="{BB962C8B-B14F-4D97-AF65-F5344CB8AC3E}">
        <p14:creationId xmlns:p14="http://schemas.microsoft.com/office/powerpoint/2010/main" val="649031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16469-5E76-7E15-7D80-E01AF2D02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BEB7C-F9CB-58D1-D3E9-AA1E86BBD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852B6-0079-EF88-76C8-19E498ACD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D38E2F-6B8C-D370-B32A-A9B084FEFC4D}"/>
              </a:ext>
            </a:extLst>
          </p:cNvPr>
          <p:cNvSpPr>
            <a:spLocks noGrp="1"/>
          </p:cNvSpPr>
          <p:nvPr>
            <p:ph type="sldNum" sz="quarter" idx="5"/>
          </p:nvPr>
        </p:nvSpPr>
        <p:spPr/>
        <p:txBody>
          <a:bodyPr/>
          <a:lstStyle/>
          <a:p>
            <a:fld id="{6B931FBF-4680-4014-A4BA-5DBD5FA2376C}" type="slidenum">
              <a:rPr lang="en-US" smtClean="0"/>
              <a:t>16</a:t>
            </a:fld>
            <a:endParaRPr lang="en-US"/>
          </a:p>
        </p:txBody>
      </p:sp>
    </p:spTree>
    <p:extLst>
      <p:ext uri="{BB962C8B-B14F-4D97-AF65-F5344CB8AC3E}">
        <p14:creationId xmlns:p14="http://schemas.microsoft.com/office/powerpoint/2010/main" val="1856410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41D59-9C62-354C-EEBB-FD5882BDD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33389-945E-E6A1-DAC1-BE8C071D6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A509B-2B1D-66B9-1429-A0B0B80112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185E1-5295-E8D1-67A0-8AE2130AF070}"/>
              </a:ext>
            </a:extLst>
          </p:cNvPr>
          <p:cNvSpPr>
            <a:spLocks noGrp="1"/>
          </p:cNvSpPr>
          <p:nvPr>
            <p:ph type="sldNum" sz="quarter" idx="5"/>
          </p:nvPr>
        </p:nvSpPr>
        <p:spPr/>
        <p:txBody>
          <a:bodyPr/>
          <a:lstStyle/>
          <a:p>
            <a:fld id="{6B931FBF-4680-4014-A4BA-5DBD5FA2376C}" type="slidenum">
              <a:rPr lang="en-US" smtClean="0"/>
              <a:t>17</a:t>
            </a:fld>
            <a:endParaRPr lang="en-US"/>
          </a:p>
        </p:txBody>
      </p:sp>
    </p:spTree>
    <p:extLst>
      <p:ext uri="{BB962C8B-B14F-4D97-AF65-F5344CB8AC3E}">
        <p14:creationId xmlns:p14="http://schemas.microsoft.com/office/powerpoint/2010/main" val="3855861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8DC55-013B-86BA-3A7C-7DF5B784D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EB906-FF53-70B6-96FE-BEA8E5F44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C7E35-1225-D8AF-A970-2BC5A57323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05447E-8BC1-BAF2-BCCF-168998F65005}"/>
              </a:ext>
            </a:extLst>
          </p:cNvPr>
          <p:cNvSpPr>
            <a:spLocks noGrp="1"/>
          </p:cNvSpPr>
          <p:nvPr>
            <p:ph type="sldNum" sz="quarter" idx="5"/>
          </p:nvPr>
        </p:nvSpPr>
        <p:spPr/>
        <p:txBody>
          <a:bodyPr/>
          <a:lstStyle/>
          <a:p>
            <a:fld id="{6B931FBF-4680-4014-A4BA-5DBD5FA2376C}" type="slidenum">
              <a:rPr lang="en-US" smtClean="0"/>
              <a:t>18</a:t>
            </a:fld>
            <a:endParaRPr lang="en-US"/>
          </a:p>
        </p:txBody>
      </p:sp>
    </p:spTree>
    <p:extLst>
      <p:ext uri="{BB962C8B-B14F-4D97-AF65-F5344CB8AC3E}">
        <p14:creationId xmlns:p14="http://schemas.microsoft.com/office/powerpoint/2010/main" val="35070797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DDB74-71D9-3D0E-DB49-773F5DBEB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32C1B-A210-13EE-32E5-DB6F0145D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F365A3-E9D2-94F6-617E-4F66A0A972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2E8974-9558-1C48-ECAE-801B8A947EF8}"/>
              </a:ext>
            </a:extLst>
          </p:cNvPr>
          <p:cNvSpPr>
            <a:spLocks noGrp="1"/>
          </p:cNvSpPr>
          <p:nvPr>
            <p:ph type="sldNum" sz="quarter" idx="5"/>
          </p:nvPr>
        </p:nvSpPr>
        <p:spPr/>
        <p:txBody>
          <a:bodyPr/>
          <a:lstStyle/>
          <a:p>
            <a:fld id="{6B931FBF-4680-4014-A4BA-5DBD5FA2376C}" type="slidenum">
              <a:rPr lang="en-US" smtClean="0"/>
              <a:t>19</a:t>
            </a:fld>
            <a:endParaRPr lang="en-US"/>
          </a:p>
        </p:txBody>
      </p:sp>
    </p:spTree>
    <p:extLst>
      <p:ext uri="{BB962C8B-B14F-4D97-AF65-F5344CB8AC3E}">
        <p14:creationId xmlns:p14="http://schemas.microsoft.com/office/powerpoint/2010/main" val="39479491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2578D-70BB-98D0-5DF4-8E3A4FC38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0B2FD-F6B9-801F-6EBB-746CA4253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A612D-423F-6788-028A-9785F1DA07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B46E7A-0327-1C57-7093-E7042FB128F9}"/>
              </a:ext>
            </a:extLst>
          </p:cNvPr>
          <p:cNvSpPr>
            <a:spLocks noGrp="1"/>
          </p:cNvSpPr>
          <p:nvPr>
            <p:ph type="sldNum" sz="quarter" idx="5"/>
          </p:nvPr>
        </p:nvSpPr>
        <p:spPr/>
        <p:txBody>
          <a:bodyPr/>
          <a:lstStyle/>
          <a:p>
            <a:fld id="{6B931FBF-4680-4014-A4BA-5DBD5FA2376C}" type="slidenum">
              <a:rPr lang="en-US" smtClean="0"/>
              <a:t>20</a:t>
            </a:fld>
            <a:endParaRPr lang="en-US"/>
          </a:p>
        </p:txBody>
      </p:sp>
    </p:spTree>
    <p:extLst>
      <p:ext uri="{BB962C8B-B14F-4D97-AF65-F5344CB8AC3E}">
        <p14:creationId xmlns:p14="http://schemas.microsoft.com/office/powerpoint/2010/main" val="888060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3F900-9BE1-3AF3-B982-02A4D4A7F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D7C4C-9E24-2446-520E-F304D355B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EE8F2-4CDD-498B-8906-5A083F0FBE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A09554-9F89-532E-5830-1497A6BCF3B3}"/>
              </a:ext>
            </a:extLst>
          </p:cNvPr>
          <p:cNvSpPr>
            <a:spLocks noGrp="1"/>
          </p:cNvSpPr>
          <p:nvPr>
            <p:ph type="sldNum" sz="quarter" idx="5"/>
          </p:nvPr>
        </p:nvSpPr>
        <p:spPr/>
        <p:txBody>
          <a:bodyPr/>
          <a:lstStyle/>
          <a:p>
            <a:fld id="{6B931FBF-4680-4014-A4BA-5DBD5FA2376C}" type="slidenum">
              <a:rPr lang="en-US" smtClean="0"/>
              <a:t>21</a:t>
            </a:fld>
            <a:endParaRPr lang="en-US"/>
          </a:p>
        </p:txBody>
      </p:sp>
    </p:spTree>
    <p:extLst>
      <p:ext uri="{BB962C8B-B14F-4D97-AF65-F5344CB8AC3E}">
        <p14:creationId xmlns:p14="http://schemas.microsoft.com/office/powerpoint/2010/main" val="3257962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0D795-DF54-AAD2-396D-790804CEE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34E42-8886-11E7-9F81-33184ABB9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A66C5-9292-BC5F-A18E-32A4D6EF10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C1FEB6-457F-A5A8-BED8-E02FD367E182}"/>
              </a:ext>
            </a:extLst>
          </p:cNvPr>
          <p:cNvSpPr>
            <a:spLocks noGrp="1"/>
          </p:cNvSpPr>
          <p:nvPr>
            <p:ph type="sldNum" sz="quarter" idx="5"/>
          </p:nvPr>
        </p:nvSpPr>
        <p:spPr/>
        <p:txBody>
          <a:bodyPr/>
          <a:lstStyle/>
          <a:p>
            <a:fld id="{6B931FBF-4680-4014-A4BA-5DBD5FA2376C}" type="slidenum">
              <a:rPr lang="en-US" smtClean="0"/>
              <a:t>22</a:t>
            </a:fld>
            <a:endParaRPr lang="en-US"/>
          </a:p>
        </p:txBody>
      </p:sp>
    </p:spTree>
    <p:extLst>
      <p:ext uri="{BB962C8B-B14F-4D97-AF65-F5344CB8AC3E}">
        <p14:creationId xmlns:p14="http://schemas.microsoft.com/office/powerpoint/2010/main" val="1895801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F0D03-DBDD-B60D-3243-7D638F5F3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5D5A1-BF3F-F339-3241-1EACF28CA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05439-50FD-8B0B-A794-1A4085CCE0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30221-BE8C-8AB3-8C3D-ABA6E668CFB5}"/>
              </a:ext>
            </a:extLst>
          </p:cNvPr>
          <p:cNvSpPr>
            <a:spLocks noGrp="1"/>
          </p:cNvSpPr>
          <p:nvPr>
            <p:ph type="sldNum" sz="quarter" idx="5"/>
          </p:nvPr>
        </p:nvSpPr>
        <p:spPr/>
        <p:txBody>
          <a:bodyPr/>
          <a:lstStyle/>
          <a:p>
            <a:fld id="{6B931FBF-4680-4014-A4BA-5DBD5FA2376C}" type="slidenum">
              <a:rPr lang="en-US" smtClean="0"/>
              <a:t>23</a:t>
            </a:fld>
            <a:endParaRPr lang="en-US"/>
          </a:p>
        </p:txBody>
      </p:sp>
    </p:spTree>
    <p:extLst>
      <p:ext uri="{BB962C8B-B14F-4D97-AF65-F5344CB8AC3E}">
        <p14:creationId xmlns:p14="http://schemas.microsoft.com/office/powerpoint/2010/main" val="9471125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pic>
        <p:nvPicPr>
          <p:cNvPr id="9" name="Picture 8" descr="A yellow and black logo&#10;&#10;AI-generated content may be incorrect.">
            <a:extLst>
              <a:ext uri="{FF2B5EF4-FFF2-40B4-BE49-F238E27FC236}">
                <a16:creationId xmlns:a16="http://schemas.microsoft.com/office/drawing/2014/main" id="{9698CBA8-0731-7EA5-F4CD-11EB5BCD8B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95094" y="6406487"/>
            <a:ext cx="937633" cy="311763"/>
          </a:xfrm>
          <a:prstGeom prst="rect">
            <a:avLst/>
          </a:prstGeom>
        </p:spPr>
      </p:pic>
    </p:spTree>
    <p:extLst>
      <p:ext uri="{BB962C8B-B14F-4D97-AF65-F5344CB8AC3E}">
        <p14:creationId xmlns:p14="http://schemas.microsoft.com/office/powerpoint/2010/main" val="20871561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5148498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9999666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2F3A93-D705-473E-934B-9C7663E121BC}" type="datetimeFigureOut">
              <a:rPr lang="en-US" smtClean="0"/>
              <a:t>17-Jun-26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4640967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2F3A93-D705-473E-934B-9C7663E121BC}" type="datetimeFigureOut">
              <a:rPr lang="en-US" smtClean="0"/>
              <a:t>17-Jun-26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616562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2F3A93-D705-473E-934B-9C7663E121BC}" type="datetimeFigureOut">
              <a:rPr lang="en-US" smtClean="0"/>
              <a:t>17-Jun-26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3441621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2F3A93-D705-473E-934B-9C7663E121BC}" type="datetimeFigureOut">
              <a:rPr lang="en-US" smtClean="0"/>
              <a:t>17-Jun-26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16017212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2F3A93-D705-473E-934B-9C7663E121BC}" type="datetimeFigureOut">
              <a:rPr lang="en-US" smtClean="0"/>
              <a:t>17-Jun-26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27625851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63D0E-CD13-4DFF-ACEC-29C39B651815}" type="slidenum">
              <a:rPr lang="en-US" smtClean="0"/>
              <a:t>‹#›</a:t>
            </a:fld>
            <a:endParaRPr lang="en-US"/>
          </a:p>
        </p:txBody>
      </p:sp>
      <p:sp>
        <p:nvSpPr>
          <p:cNvPr id="5" name="Date Placeholder 4"/>
          <p:cNvSpPr>
            <a:spLocks noGrp="1"/>
          </p:cNvSpPr>
          <p:nvPr>
            <p:ph type="dt" sz="half" idx="10"/>
          </p:nvPr>
        </p:nvSpPr>
        <p:spPr/>
        <p:txBody>
          <a:bodyPr/>
          <a:lstStyle/>
          <a:p>
            <a:fld id="{5F2F3A93-D705-473E-934B-9C7663E121BC}" type="datetimeFigureOut">
              <a:rPr lang="en-US" smtClean="0"/>
              <a:t>17-Jun-26</a:t>
            </a:fld>
            <a:endParaRPr lang="en-US"/>
          </a:p>
        </p:txBody>
      </p:sp>
    </p:spTree>
    <p:extLst>
      <p:ext uri="{BB962C8B-B14F-4D97-AF65-F5344CB8AC3E}">
        <p14:creationId xmlns:p14="http://schemas.microsoft.com/office/powerpoint/2010/main" val="2413314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288126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00913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15940389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152884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40078408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0333422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2F3A93-D705-473E-934B-9C7663E121BC}" type="datetimeFigureOut">
              <a:rPr lang="en-US" smtClean="0"/>
              <a:t>17-Jun-26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63D0E-CD13-4DFF-ACEC-29C39B651815}" type="slidenum">
              <a:rPr lang="en-US" smtClean="0"/>
              <a:t>‹#›</a:t>
            </a:fld>
            <a:endParaRPr lang="en-US"/>
          </a:p>
        </p:txBody>
      </p:sp>
    </p:spTree>
    <p:extLst>
      <p:ext uri="{BB962C8B-B14F-4D97-AF65-F5344CB8AC3E}">
        <p14:creationId xmlns:p14="http://schemas.microsoft.com/office/powerpoint/2010/main" val="31631832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F2F3A93-D705-473E-934B-9C7663E121BC}" type="datetimeFigureOut">
              <a:rPr lang="en-US" smtClean="0"/>
              <a:t>17-Jun-26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C263D0E-CD13-4DFF-ACEC-29C39B651815}" type="slidenum">
              <a:rPr lang="en-US" smtClean="0"/>
              <a:t>‹#›</a:t>
            </a:fld>
            <a:endParaRPr lang="en-US"/>
          </a:p>
        </p:txBody>
      </p:sp>
      <p:sp>
        <p:nvSpPr>
          <p:cNvPr id="7" name="TextBox 6">
            <a:extLst>
              <a:ext uri="{FF2B5EF4-FFF2-40B4-BE49-F238E27FC236}">
                <a16:creationId xmlns:a16="http://schemas.microsoft.com/office/drawing/2014/main" id="{A8A13366-D978-A65B-52D6-C6146FB692A9}"/>
              </a:ext>
            </a:extLst>
          </p:cNvPr>
          <p:cNvSpPr txBox="1"/>
          <p:nvPr userDrawn="1"/>
        </p:nvSpPr>
        <p:spPr>
          <a:xfrm>
            <a:off x="11327140" y="6406487"/>
            <a:ext cx="891934" cy="400110"/>
          </a:xfrm>
          <a:prstGeom prst="rect">
            <a:avLst/>
          </a:prstGeom>
          <a:noFill/>
        </p:spPr>
        <p:txBody>
          <a:bodyPr wrap="square" rtlCol="0">
            <a:spAutoFit/>
          </a:bodyPr>
          <a:lstStyle/>
          <a:p>
            <a:r>
              <a:rPr lang="en-US" sz="2000" b="1" dirty="0" err="1">
                <a:solidFill>
                  <a:srgbClr val="F4EE00"/>
                </a:solidFill>
              </a:rPr>
              <a:t>inbet</a:t>
            </a:r>
            <a:endParaRPr lang="en-US" sz="2000" b="1" dirty="0">
              <a:solidFill>
                <a:srgbClr val="F4EE00"/>
              </a:solidFill>
            </a:endParaRPr>
          </a:p>
        </p:txBody>
      </p:sp>
    </p:spTree>
    <p:extLst>
      <p:ext uri="{BB962C8B-B14F-4D97-AF65-F5344CB8AC3E}">
        <p14:creationId xmlns:p14="http://schemas.microsoft.com/office/powerpoint/2010/main" val="29325489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png"/><Relationship Id="rId7" Type="http://schemas.openxmlformats.org/officeDocument/2006/relationships/diagramColors" Target="../diagrams/colors1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3.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diagramColors" Target="../diagrams/colors12.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4.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diagramColors" Target="../diagrams/colors13.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 Id="rId9" Type="http://schemas.openxmlformats.org/officeDocument/2006/relationships/image" Target="../media/image4.jpg"/></Relationships>
</file>

<file path=ppt/slides/_rels/slide15.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png"/><Relationship Id="rId7" Type="http://schemas.openxmlformats.org/officeDocument/2006/relationships/diagramColors" Target="../diagrams/colors1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6.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2.png"/><Relationship Id="rId7" Type="http://schemas.openxmlformats.org/officeDocument/2006/relationships/diagramColors" Target="../diagrams/colors1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17.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png"/><Relationship Id="rId7" Type="http://schemas.openxmlformats.org/officeDocument/2006/relationships/diagramColors" Target="../diagrams/colors1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18.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2.png"/><Relationship Id="rId7" Type="http://schemas.openxmlformats.org/officeDocument/2006/relationships/diagramColors" Target="../diagrams/colors17.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19.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2.png"/><Relationship Id="rId7" Type="http://schemas.openxmlformats.org/officeDocument/2006/relationships/diagramColors" Target="../diagrams/colors18.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hyperlink" Target="https://inbet-team-o4nnjzwlbs0c.atlassian.net/jira/core/projects/CRMT/board?filter=&amp;groupBy=status" TargetMode="External"/><Relationship Id="rId3" Type="http://schemas.openxmlformats.org/officeDocument/2006/relationships/image" Target="../media/image2.png"/><Relationship Id="rId7" Type="http://schemas.openxmlformats.org/officeDocument/2006/relationships/hyperlink" Target="https://inbet.bamboohr.com/login.php?r=%2Fhome%2F"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servicedesk.egt-digital.com/servicedesk/customer/portals" TargetMode="External"/><Relationship Id="rId5" Type="http://schemas.openxmlformats.org/officeDocument/2006/relationships/hyperlink" Target="https://boadmin-uat.egt-digital.com/login" TargetMode="External"/><Relationship Id="rId4" Type="http://schemas.openxmlformats.org/officeDocument/2006/relationships/hyperlink" Target="https://backoffice.egt-digital.com/dashboard/activity" TargetMode="External"/><Relationship Id="rId9" Type="http://schemas.openxmlformats.org/officeDocument/2006/relationships/hyperlink" Target="https://inbet-team-o4nnjzwlbs0c.atlassian.net/wiki/spaces/CRM/calendars"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inbet.com/registration" TargetMode="External"/><Relationship Id="rId3" Type="http://schemas.openxmlformats.org/officeDocument/2006/relationships/image" Target="../media/image2.png"/><Relationship Id="rId7" Type="http://schemas.openxmlformats.org/officeDocument/2006/relationships/hyperlink" Target="https://inbet.com/promotion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inbet.com/ingame/promo-landing/no-deposit" TargetMode="External"/><Relationship Id="rId5" Type="http://schemas.openxmlformats.org/officeDocument/2006/relationships/hyperlink" Target="https://inbet.com/help" TargetMode="External"/><Relationship Id="rId4" Type="http://schemas.openxmlformats.org/officeDocument/2006/relationships/hyperlink" Target="https://inbet.com/sport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p:cNvGrpSpPr/>
        <p:nvPr/>
      </p:nvGrpSpPr>
      <p:grpSpPr>
        <a:xfrm>
          <a:off x="0" y="0"/>
          <a:ext cx="0" cy="0"/>
          <a:chOff x="0" y="0"/>
          <a:chExt cx="0" cy="0"/>
        </a:xfrm>
      </p:grpSpPr>
      <p:pic>
        <p:nvPicPr>
          <p:cNvPr id="1028" name="Picture 4" descr="A blue and yellow circle with yellow text&#10;&#10;AI-generated content may be incorrect.">
            <a:extLst>
              <a:ext uri="{FF2B5EF4-FFF2-40B4-BE49-F238E27FC236}">
                <a16:creationId xmlns:a16="http://schemas.microsoft.com/office/drawing/2014/main" id="{0A630377-A835-F818-3227-BB2D63EA5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1E4D2BD-13D0-8123-993F-F2BEF3C0DF9B}"/>
              </a:ext>
            </a:extLst>
          </p:cNvPr>
          <p:cNvSpPr>
            <a:spLocks noGrp="1"/>
          </p:cNvSpPr>
          <p:nvPr>
            <p:ph type="ctrTitle"/>
          </p:nvPr>
        </p:nvSpPr>
        <p:spPr>
          <a:xfrm>
            <a:off x="1173753" y="1154962"/>
            <a:ext cx="7766936" cy="1646302"/>
          </a:xfrm>
        </p:spPr>
        <p:txBody>
          <a:bodyPr/>
          <a:lstStyle/>
          <a:p>
            <a:pPr algn="ctr"/>
            <a:r>
              <a:rPr lang="en-US" dirty="0">
                <a:solidFill>
                  <a:srgbClr val="F4EE00"/>
                </a:solidFill>
              </a:rPr>
              <a:t>          Welcome</a:t>
            </a:r>
            <a:r>
              <a:rPr lang="bg-BG" dirty="0">
                <a:solidFill>
                  <a:srgbClr val="F4EE00"/>
                </a:solidFill>
              </a:rPr>
              <a:t> </a:t>
            </a:r>
            <a:r>
              <a:rPr lang="en-US" dirty="0">
                <a:solidFill>
                  <a:srgbClr val="F4EE00"/>
                </a:solidFill>
              </a:rPr>
              <a:t>to</a:t>
            </a:r>
          </a:p>
        </p:txBody>
      </p:sp>
    </p:spTree>
    <p:extLst>
      <p:ext uri="{BB962C8B-B14F-4D97-AF65-F5344CB8AC3E}">
        <p14:creationId xmlns:p14="http://schemas.microsoft.com/office/powerpoint/2010/main" val="3169692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8EDC3F7-DBD1-B152-87A0-12ADEA939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52FA2-9938-0182-41BD-9C5204F2E63A}"/>
              </a:ext>
            </a:extLst>
          </p:cNvPr>
          <p:cNvSpPr>
            <a:spLocks noGrp="1"/>
          </p:cNvSpPr>
          <p:nvPr>
            <p:ph type="ctrTitle"/>
          </p:nvPr>
        </p:nvSpPr>
        <p:spPr>
          <a:xfrm>
            <a:off x="212432" y="456188"/>
            <a:ext cx="4619084" cy="718796"/>
          </a:xfrm>
        </p:spPr>
        <p:txBody>
          <a:bodyPr/>
          <a:lstStyle/>
          <a:p>
            <a:r>
              <a:rPr lang="en-US" dirty="0"/>
              <a:t>Introduction</a:t>
            </a:r>
          </a:p>
        </p:txBody>
      </p:sp>
      <p:graphicFrame>
        <p:nvGraphicFramePr>
          <p:cNvPr id="5" name="Diagram 4">
            <a:extLst>
              <a:ext uri="{FF2B5EF4-FFF2-40B4-BE49-F238E27FC236}">
                <a16:creationId xmlns:a16="http://schemas.microsoft.com/office/drawing/2014/main" id="{D2361B99-735C-A050-2806-9D46486F8FD6}"/>
              </a:ext>
            </a:extLst>
          </p:cNvPr>
          <p:cNvGraphicFramePr/>
          <p:nvPr>
            <p:extLst>
              <p:ext uri="{D42A27DB-BD31-4B8C-83A1-F6EECF244321}">
                <p14:modId xmlns:p14="http://schemas.microsoft.com/office/powerpoint/2010/main" val="3884494018"/>
              </p:ext>
            </p:extLst>
          </p:nvPr>
        </p:nvGraphicFramePr>
        <p:xfrm>
          <a:off x="901288" y="1307689"/>
          <a:ext cx="7505291" cy="49062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71421610"/>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CDAF187-5420-B347-5B05-D67010837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83932-5DEF-E40D-8B4B-052B2C32F928}"/>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graphicFrame>
        <p:nvGraphicFramePr>
          <p:cNvPr id="4" name="Diagram 3">
            <a:extLst>
              <a:ext uri="{FF2B5EF4-FFF2-40B4-BE49-F238E27FC236}">
                <a16:creationId xmlns:a16="http://schemas.microsoft.com/office/drawing/2014/main" id="{BE0E6496-AF54-9324-E19A-6CC3DCF018FB}"/>
              </a:ext>
            </a:extLst>
          </p:cNvPr>
          <p:cNvGraphicFramePr/>
          <p:nvPr>
            <p:extLst>
              <p:ext uri="{D42A27DB-BD31-4B8C-83A1-F6EECF244321}">
                <p14:modId xmlns:p14="http://schemas.microsoft.com/office/powerpoint/2010/main" val="320506981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6AA46C63-CAE9-1F12-59DD-68959CAF4B04}"/>
              </a:ext>
            </a:extLst>
          </p:cNvPr>
          <p:cNvSpPr txBox="1"/>
          <p:nvPr/>
        </p:nvSpPr>
        <p:spPr>
          <a:xfrm>
            <a:off x="6489291" y="1582340"/>
            <a:ext cx="3057832" cy="3970318"/>
          </a:xfrm>
          <a:prstGeom prst="rect">
            <a:avLst/>
          </a:prstGeom>
          <a:noFill/>
        </p:spPr>
        <p:txBody>
          <a:bodyPr wrap="square" rtlCol="0">
            <a:spAutoFit/>
          </a:bodyPr>
          <a:lstStyle/>
          <a:p>
            <a:r>
              <a:rPr lang="en-US" dirty="0"/>
              <a:t>The </a:t>
            </a:r>
            <a:r>
              <a:rPr lang="en-US" b="1" dirty="0"/>
              <a:t>CRM (Customer Relationship Management) team</a:t>
            </a:r>
            <a:r>
              <a:rPr lang="en-US" dirty="0"/>
              <a:t> is responsible for managing and optimizing a company's interactions with current and potential customers. Their primary goal is to build and maintain strong relationships with customers to drive satisfaction, retention, and revenue growth through promotional activity.</a:t>
            </a:r>
          </a:p>
        </p:txBody>
      </p:sp>
    </p:spTree>
    <p:extLst>
      <p:ext uri="{BB962C8B-B14F-4D97-AF65-F5344CB8AC3E}">
        <p14:creationId xmlns:p14="http://schemas.microsoft.com/office/powerpoint/2010/main" val="3750233769"/>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9CF5319F-4200-E2C3-B901-D7BC0D4F3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C4746-4774-B09E-62A8-0AC65AB320C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1D97A41C-C888-B392-22AD-0BFB593E2A39}"/>
              </a:ext>
            </a:extLst>
          </p:cNvPr>
          <p:cNvSpPr txBox="1"/>
          <p:nvPr/>
        </p:nvSpPr>
        <p:spPr>
          <a:xfrm>
            <a:off x="6499123" y="1997839"/>
            <a:ext cx="3057832" cy="3139321"/>
          </a:xfrm>
          <a:prstGeom prst="rect">
            <a:avLst/>
          </a:prstGeom>
          <a:noFill/>
        </p:spPr>
        <p:txBody>
          <a:bodyPr wrap="square" rtlCol="0">
            <a:spAutoFit/>
          </a:bodyPr>
          <a:lstStyle/>
          <a:p>
            <a:r>
              <a:rPr lang="en-US" dirty="0"/>
              <a:t>The </a:t>
            </a:r>
            <a:r>
              <a:rPr lang="en-US" b="1" dirty="0"/>
              <a:t>Casino Team </a:t>
            </a:r>
            <a:r>
              <a:rPr lang="en-US" dirty="0"/>
              <a:t>and the</a:t>
            </a:r>
            <a:r>
              <a:rPr lang="en-US" b="1" dirty="0"/>
              <a:t> Live Casino team</a:t>
            </a:r>
            <a:r>
              <a:rPr lang="en-US" dirty="0"/>
              <a:t> manage the casino games and live dealer games, ensuring a high-quality, engaging experience for players. They coordinate with third-party providers and oversee project delivery to align updates with business goals and player needs.</a:t>
            </a:r>
          </a:p>
        </p:txBody>
      </p:sp>
      <p:graphicFrame>
        <p:nvGraphicFramePr>
          <p:cNvPr id="5" name="Diagram 4">
            <a:extLst>
              <a:ext uri="{FF2B5EF4-FFF2-40B4-BE49-F238E27FC236}">
                <a16:creationId xmlns:a16="http://schemas.microsoft.com/office/drawing/2014/main" id="{F7D1EDC6-7B62-B67B-1682-BF6AFC1F356F}"/>
              </a:ext>
            </a:extLst>
          </p:cNvPr>
          <p:cNvGraphicFramePr/>
          <p:nvPr>
            <p:extLst>
              <p:ext uri="{D42A27DB-BD31-4B8C-83A1-F6EECF244321}">
                <p14:modId xmlns:p14="http://schemas.microsoft.com/office/powerpoint/2010/main" val="199441171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226678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AC0B56B6-AE94-C443-F207-6327BC8169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37CB4C-D1EF-73F1-6336-A42D96DB7844}"/>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FA793C2A-E3C0-3374-3B29-72688ECA5CBA}"/>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Sports team</a:t>
            </a:r>
            <a:r>
              <a:rPr lang="en-US" dirty="0"/>
              <a:t> is the group that manages all sports betting operations—setting odds, monitoring bets, and adjusting markets to attract players while controlling risk. They strive to follow the most popular sporting events and organize promotional activity that will attract the customers.</a:t>
            </a:r>
          </a:p>
        </p:txBody>
      </p:sp>
      <p:graphicFrame>
        <p:nvGraphicFramePr>
          <p:cNvPr id="5" name="Diagram 4">
            <a:extLst>
              <a:ext uri="{FF2B5EF4-FFF2-40B4-BE49-F238E27FC236}">
                <a16:creationId xmlns:a16="http://schemas.microsoft.com/office/drawing/2014/main" id="{DA7ED9E7-B7F8-BC5A-D473-373065588C89}"/>
              </a:ext>
            </a:extLst>
          </p:cNvPr>
          <p:cNvGraphicFramePr/>
          <p:nvPr>
            <p:extLst>
              <p:ext uri="{D42A27DB-BD31-4B8C-83A1-F6EECF244321}">
                <p14:modId xmlns:p14="http://schemas.microsoft.com/office/powerpoint/2010/main" val="3808838838"/>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50621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9F6BB7AC-2309-540E-1BE4-52B69C009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2B63E-8354-D791-9A54-96FDF69B351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9C7B721F-423F-AA95-4600-BFEAD872A74A}"/>
              </a:ext>
            </a:extLst>
          </p:cNvPr>
          <p:cNvSpPr txBox="1"/>
          <p:nvPr/>
        </p:nvSpPr>
        <p:spPr>
          <a:xfrm>
            <a:off x="6499123" y="1997839"/>
            <a:ext cx="3057832" cy="3139321"/>
          </a:xfrm>
          <a:prstGeom prst="rect">
            <a:avLst/>
          </a:prstGeom>
          <a:noFill/>
        </p:spPr>
        <p:txBody>
          <a:bodyPr wrap="square" rtlCol="0">
            <a:spAutoFit/>
          </a:bodyPr>
          <a:lstStyle/>
          <a:p>
            <a:r>
              <a:rPr lang="en-US" dirty="0"/>
              <a:t>The </a:t>
            </a:r>
            <a:r>
              <a:rPr lang="en-US" b="1" dirty="0"/>
              <a:t>BI (Business Intelligence) team</a:t>
            </a:r>
            <a:r>
              <a:rPr lang="en-US" dirty="0"/>
              <a:t> collects, analyzes, and visualizes business data to help organizations make informed, data-driven decisions. They manage data tools, build dashboards, and provide insights to improve performance and strategy.</a:t>
            </a:r>
          </a:p>
        </p:txBody>
      </p:sp>
      <p:graphicFrame>
        <p:nvGraphicFramePr>
          <p:cNvPr id="5" name="Diagram 4">
            <a:extLst>
              <a:ext uri="{FF2B5EF4-FFF2-40B4-BE49-F238E27FC236}">
                <a16:creationId xmlns:a16="http://schemas.microsoft.com/office/drawing/2014/main" id="{C120832F-F3D9-825A-BD1D-F1B96C6FE7FF}"/>
              </a:ext>
            </a:extLst>
          </p:cNvPr>
          <p:cNvGraphicFramePr/>
          <p:nvPr>
            <p:extLst>
              <p:ext uri="{D42A27DB-BD31-4B8C-83A1-F6EECF244321}">
                <p14:modId xmlns:p14="http://schemas.microsoft.com/office/powerpoint/2010/main" val="256965910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52192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265A1CB2-F983-85D0-9594-EEBB31025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E92EE-AECD-1643-A822-352B0070BB63}"/>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DD3A3D10-67BE-3E41-241F-024670090B95}"/>
              </a:ext>
            </a:extLst>
          </p:cNvPr>
          <p:cNvSpPr txBox="1"/>
          <p:nvPr/>
        </p:nvSpPr>
        <p:spPr>
          <a:xfrm>
            <a:off x="6459904" y="1097280"/>
            <a:ext cx="3057832" cy="5786199"/>
          </a:xfrm>
          <a:prstGeom prst="rect">
            <a:avLst/>
          </a:prstGeom>
          <a:noFill/>
        </p:spPr>
        <p:txBody>
          <a:bodyPr wrap="square" rtlCol="0">
            <a:spAutoFit/>
          </a:bodyPr>
          <a:lstStyle/>
          <a:p>
            <a:pPr marL="285750" indent="-285750">
              <a:buFont typeface="Arial" panose="020B0604020202020204" pitchFamily="34" charset="0"/>
              <a:buChar char="•"/>
            </a:pPr>
            <a:r>
              <a:rPr lang="en-US" sz="1600" dirty="0"/>
              <a:t>The</a:t>
            </a:r>
            <a:r>
              <a:rPr lang="en-US" sz="1600" b="1" dirty="0"/>
              <a:t> Customer Support (CS) team</a:t>
            </a:r>
            <a:r>
              <a:rPr lang="en-US" sz="1600" dirty="0"/>
              <a:t> helps players have a smooth, enjoyable, and responsible gaming experience. They guide users through account setup, bonuses, and features, address issues quickly, and build loyalty while promoting safe play practices.</a:t>
            </a:r>
          </a:p>
          <a:p>
            <a:pPr marL="285750" indent="-285750">
              <a:buFont typeface="Arial" panose="020B0604020202020204" pitchFamily="34" charset="0"/>
              <a:buChar char="•"/>
            </a:pPr>
            <a:r>
              <a:rPr lang="en-US" sz="1600" dirty="0"/>
              <a:t>The </a:t>
            </a:r>
            <a:r>
              <a:rPr lang="en-US" sz="1600" b="1" dirty="0"/>
              <a:t>VIP team</a:t>
            </a:r>
            <a:r>
              <a:rPr lang="en-US" sz="1600" dirty="0"/>
              <a:t> manages relationships with high-value players, offering them personalized promotions, exclusive rewards, and dedicated support. Their aim is to increase loyalty, engagement, and lifetime value while ensuring a premium experience.</a:t>
            </a:r>
          </a:p>
          <a:p>
            <a:endParaRPr lang="en-US" sz="1600" dirty="0"/>
          </a:p>
        </p:txBody>
      </p:sp>
      <p:graphicFrame>
        <p:nvGraphicFramePr>
          <p:cNvPr id="5" name="Diagram 4">
            <a:extLst>
              <a:ext uri="{FF2B5EF4-FFF2-40B4-BE49-F238E27FC236}">
                <a16:creationId xmlns:a16="http://schemas.microsoft.com/office/drawing/2014/main" id="{B20349FF-8B40-8547-D261-48E79231D0A7}"/>
              </a:ext>
            </a:extLst>
          </p:cNvPr>
          <p:cNvGraphicFramePr/>
          <p:nvPr>
            <p:extLst>
              <p:ext uri="{D42A27DB-BD31-4B8C-83A1-F6EECF244321}">
                <p14:modId xmlns:p14="http://schemas.microsoft.com/office/powerpoint/2010/main" val="535372325"/>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24658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E1178C60-9D87-BC59-8796-B78461A1F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0ACE8-CBD8-6150-AB9E-CD3DC71805E3}"/>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3444EEAE-F271-7A97-4A94-3A24DA7E3616}"/>
              </a:ext>
            </a:extLst>
          </p:cNvPr>
          <p:cNvSpPr txBox="1"/>
          <p:nvPr/>
        </p:nvSpPr>
        <p:spPr>
          <a:xfrm>
            <a:off x="6499123" y="1997839"/>
            <a:ext cx="3057832" cy="3693319"/>
          </a:xfrm>
          <a:prstGeom prst="rect">
            <a:avLst/>
          </a:prstGeom>
          <a:noFill/>
        </p:spPr>
        <p:txBody>
          <a:bodyPr wrap="square" rtlCol="0">
            <a:spAutoFit/>
          </a:bodyPr>
          <a:lstStyle/>
          <a:p>
            <a:r>
              <a:rPr lang="en-US" dirty="0"/>
              <a:t>The </a:t>
            </a:r>
            <a:r>
              <a:rPr lang="en-US" b="1" dirty="0"/>
              <a:t>KYC (Know Your Customer) and Payment team</a:t>
            </a:r>
            <a:r>
              <a:rPr lang="en-US" dirty="0"/>
              <a:t> verifies player identities and documents to comply with regulations, prevent fraud, and promote responsible gaming.</a:t>
            </a:r>
            <a:br>
              <a:rPr lang="en-US" dirty="0"/>
            </a:br>
            <a:r>
              <a:rPr lang="en-US" dirty="0"/>
              <a:t>It also handles deposits, withdrawals, and payment processing, ensuring fast, secure, and compliant financial transactions for players.</a:t>
            </a:r>
          </a:p>
        </p:txBody>
      </p:sp>
      <p:graphicFrame>
        <p:nvGraphicFramePr>
          <p:cNvPr id="5" name="Diagram 4">
            <a:extLst>
              <a:ext uri="{FF2B5EF4-FFF2-40B4-BE49-F238E27FC236}">
                <a16:creationId xmlns:a16="http://schemas.microsoft.com/office/drawing/2014/main" id="{B3181743-E42D-05F6-BA7C-066F9503432B}"/>
              </a:ext>
            </a:extLst>
          </p:cNvPr>
          <p:cNvGraphicFramePr/>
          <p:nvPr>
            <p:extLst>
              <p:ext uri="{D42A27DB-BD31-4B8C-83A1-F6EECF244321}">
                <p14:modId xmlns:p14="http://schemas.microsoft.com/office/powerpoint/2010/main" val="741219137"/>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16564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87EBA062-0CB3-9894-DFCD-07A93022C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78C1E-D018-9B33-4203-4237C33B5B27}"/>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AEBE361B-E487-292A-30C2-8D50E24BF7C2}"/>
              </a:ext>
            </a:extLst>
          </p:cNvPr>
          <p:cNvSpPr txBox="1"/>
          <p:nvPr/>
        </p:nvSpPr>
        <p:spPr>
          <a:xfrm>
            <a:off x="6459904" y="1174984"/>
            <a:ext cx="3057832" cy="4801314"/>
          </a:xfrm>
          <a:prstGeom prst="rect">
            <a:avLst/>
          </a:prstGeom>
          <a:noFill/>
        </p:spPr>
        <p:txBody>
          <a:bodyPr wrap="square" rtlCol="0">
            <a:spAutoFit/>
          </a:bodyPr>
          <a:lstStyle/>
          <a:p>
            <a:r>
              <a:rPr lang="en-US" dirty="0"/>
              <a:t>The </a:t>
            </a:r>
            <a:r>
              <a:rPr lang="en-US" b="1" dirty="0"/>
              <a:t>Risk and Fraud team</a:t>
            </a:r>
            <a:r>
              <a:rPr lang="en-US" dirty="0"/>
              <a:t> monitors player activity to detect and prevent suspicious behavior, such as account takeover, bonus abuse, or money laundering. They use data analysis, fraud detection tools, and manual investigations to protect both the business and legitimate customers. Their goal is to minimize financial losses, ensure compliance with regulations, and maintain trust in the platform.</a:t>
            </a:r>
          </a:p>
        </p:txBody>
      </p:sp>
      <p:graphicFrame>
        <p:nvGraphicFramePr>
          <p:cNvPr id="5" name="Diagram 4">
            <a:extLst>
              <a:ext uri="{FF2B5EF4-FFF2-40B4-BE49-F238E27FC236}">
                <a16:creationId xmlns:a16="http://schemas.microsoft.com/office/drawing/2014/main" id="{A1AF08E2-4160-9BD9-AFBB-BAB1B45A77D8}"/>
              </a:ext>
            </a:extLst>
          </p:cNvPr>
          <p:cNvGraphicFramePr/>
          <p:nvPr>
            <p:extLst>
              <p:ext uri="{D42A27DB-BD31-4B8C-83A1-F6EECF244321}">
                <p14:modId xmlns:p14="http://schemas.microsoft.com/office/powerpoint/2010/main" val="310623007"/>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2813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D3D13678-50CE-18E2-E537-FC08D03F9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87CD8-B78E-3692-1543-465DBE7A0842}"/>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083167EB-2574-04FE-188C-171E92F14BD0}"/>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Marketing team</a:t>
            </a:r>
            <a:r>
              <a:rPr lang="en-US" dirty="0"/>
              <a:t> builds brand awareness and player engagement through strategic content, partnerships, and events. They use market insights and player data to strengthen loyalty and attract new audiences.</a:t>
            </a:r>
            <a:r>
              <a:rPr lang="bg-BG" dirty="0"/>
              <a:t> </a:t>
            </a:r>
            <a:r>
              <a:rPr lang="en-US" dirty="0"/>
              <a:t>The Marketing team includes also Design, Digital  marketing, Affiliates.</a:t>
            </a:r>
          </a:p>
        </p:txBody>
      </p:sp>
      <p:graphicFrame>
        <p:nvGraphicFramePr>
          <p:cNvPr id="5" name="Diagram 4">
            <a:extLst>
              <a:ext uri="{FF2B5EF4-FFF2-40B4-BE49-F238E27FC236}">
                <a16:creationId xmlns:a16="http://schemas.microsoft.com/office/drawing/2014/main" id="{456B5270-F7E6-BE7B-040B-1E687D154F66}"/>
              </a:ext>
            </a:extLst>
          </p:cNvPr>
          <p:cNvGraphicFramePr/>
          <p:nvPr>
            <p:extLst>
              <p:ext uri="{D42A27DB-BD31-4B8C-83A1-F6EECF244321}">
                <p14:modId xmlns:p14="http://schemas.microsoft.com/office/powerpoint/2010/main" val="2180517653"/>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51287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D613813B-74C1-FD4F-CE3A-0F87CC82C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74C43B-37B1-32B2-048C-D1715CBC3801}"/>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CB22918D-283B-ECD8-1B3A-F86B61AD68FA}"/>
              </a:ext>
            </a:extLst>
          </p:cNvPr>
          <p:cNvSpPr txBox="1"/>
          <p:nvPr/>
        </p:nvSpPr>
        <p:spPr>
          <a:xfrm>
            <a:off x="6499123" y="1997839"/>
            <a:ext cx="3057832" cy="2862322"/>
          </a:xfrm>
          <a:prstGeom prst="rect">
            <a:avLst/>
          </a:prstGeom>
          <a:noFill/>
        </p:spPr>
        <p:txBody>
          <a:bodyPr wrap="square" rtlCol="0">
            <a:spAutoFit/>
          </a:bodyPr>
          <a:lstStyle/>
          <a:p>
            <a:r>
              <a:rPr lang="en-US" dirty="0"/>
              <a:t>The </a:t>
            </a:r>
            <a:r>
              <a:rPr lang="en-US" b="1" dirty="0"/>
              <a:t>Project management team c</a:t>
            </a:r>
            <a:r>
              <a:rPr lang="en-US" dirty="0"/>
              <a:t>entralizes all project-related information, tools, and communication to streamline workflows and facilitate team collaboration, ultimately ensuring projects are delivered efficiently.</a:t>
            </a:r>
          </a:p>
        </p:txBody>
      </p:sp>
      <p:graphicFrame>
        <p:nvGraphicFramePr>
          <p:cNvPr id="5" name="Diagram 4">
            <a:extLst>
              <a:ext uri="{FF2B5EF4-FFF2-40B4-BE49-F238E27FC236}">
                <a16:creationId xmlns:a16="http://schemas.microsoft.com/office/drawing/2014/main" id="{AFE6228E-5217-E9B5-0948-44C23FFDEFE4}"/>
              </a:ext>
            </a:extLst>
          </p:cNvPr>
          <p:cNvGraphicFramePr/>
          <p:nvPr>
            <p:extLst>
              <p:ext uri="{D42A27DB-BD31-4B8C-83A1-F6EECF244321}">
                <p14:modId xmlns:p14="http://schemas.microsoft.com/office/powerpoint/2010/main" val="178327136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7168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B9203C68-9EBD-FC27-DDB2-0A698BCAC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66ED1-F9C0-F66B-ABD6-DA3420DEE68C}"/>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72A06A4C-5BEB-CAAD-07D3-DA6D724D7F83}"/>
              </a:ext>
            </a:extLst>
          </p:cNvPr>
          <p:cNvSpPr txBox="1"/>
          <p:nvPr/>
        </p:nvSpPr>
        <p:spPr>
          <a:xfrm>
            <a:off x="6499123" y="1997839"/>
            <a:ext cx="3057832" cy="3416320"/>
          </a:xfrm>
          <a:prstGeom prst="rect">
            <a:avLst/>
          </a:prstGeom>
          <a:noFill/>
        </p:spPr>
        <p:txBody>
          <a:bodyPr wrap="square" rtlCol="0">
            <a:spAutoFit/>
          </a:bodyPr>
          <a:lstStyle/>
          <a:p>
            <a:r>
              <a:rPr lang="en-US" dirty="0"/>
              <a:t>The </a:t>
            </a:r>
            <a:r>
              <a:rPr lang="en-US" b="1" dirty="0"/>
              <a:t>Poker &amp; Svara team</a:t>
            </a:r>
            <a:r>
              <a:rPr lang="en-US" dirty="0"/>
              <a:t> manages all aspects of the poker, </a:t>
            </a:r>
            <a:r>
              <a:rPr lang="en-US" dirty="0" err="1"/>
              <a:t>svara</a:t>
            </a:r>
            <a:r>
              <a:rPr lang="en-US" dirty="0"/>
              <a:t> and </a:t>
            </a:r>
            <a:r>
              <a:rPr lang="en-US" dirty="0" err="1"/>
              <a:t>backammon</a:t>
            </a:r>
            <a:r>
              <a:rPr lang="en-US" dirty="0"/>
              <a:t> product, including game offerings, player experience, and tournaments. They coordinate with third-party providers and oversee updates to ensure alignment with business goals and player needs.</a:t>
            </a:r>
          </a:p>
        </p:txBody>
      </p:sp>
      <p:graphicFrame>
        <p:nvGraphicFramePr>
          <p:cNvPr id="6" name="Diagram 5">
            <a:extLst>
              <a:ext uri="{FF2B5EF4-FFF2-40B4-BE49-F238E27FC236}">
                <a16:creationId xmlns:a16="http://schemas.microsoft.com/office/drawing/2014/main" id="{23C00F55-2BFB-0976-48D6-EB99C41C9A65}"/>
              </a:ext>
            </a:extLst>
          </p:cNvPr>
          <p:cNvGraphicFramePr/>
          <p:nvPr>
            <p:extLst>
              <p:ext uri="{D42A27DB-BD31-4B8C-83A1-F6EECF244321}">
                <p14:modId xmlns:p14="http://schemas.microsoft.com/office/powerpoint/2010/main" val="2627850880"/>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63879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FFD07A1-B271-E9CD-58B1-B10068E6A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E4E2-EA53-DF59-49AC-5145A79EC1E8}"/>
              </a:ext>
            </a:extLst>
          </p:cNvPr>
          <p:cNvSpPr>
            <a:spLocks noGrp="1"/>
          </p:cNvSpPr>
          <p:nvPr>
            <p:ph type="ctrTitle"/>
          </p:nvPr>
        </p:nvSpPr>
        <p:spPr>
          <a:xfrm>
            <a:off x="212432" y="456188"/>
            <a:ext cx="4619084" cy="718796"/>
          </a:xfrm>
        </p:spPr>
        <p:txBody>
          <a:bodyPr/>
          <a:lstStyle/>
          <a:p>
            <a:r>
              <a:rPr lang="en-US" dirty="0" err="1"/>
              <a:t>Inbet</a:t>
            </a:r>
            <a:r>
              <a:rPr lang="en-US" dirty="0"/>
              <a:t> Teams</a:t>
            </a:r>
          </a:p>
        </p:txBody>
      </p:sp>
      <p:sp>
        <p:nvSpPr>
          <p:cNvPr id="3" name="TextBox 2">
            <a:extLst>
              <a:ext uri="{FF2B5EF4-FFF2-40B4-BE49-F238E27FC236}">
                <a16:creationId xmlns:a16="http://schemas.microsoft.com/office/drawing/2014/main" id="{3339ADE2-5885-E26B-54C8-ABD424AB9AFB}"/>
              </a:ext>
            </a:extLst>
          </p:cNvPr>
          <p:cNvSpPr txBox="1"/>
          <p:nvPr/>
        </p:nvSpPr>
        <p:spPr>
          <a:xfrm>
            <a:off x="6237965" y="605667"/>
            <a:ext cx="4118078" cy="5632311"/>
          </a:xfrm>
          <a:prstGeom prst="rect">
            <a:avLst/>
          </a:prstGeom>
          <a:noFill/>
        </p:spPr>
        <p:txBody>
          <a:bodyPr wrap="square" rtlCol="0">
            <a:spAutoFit/>
          </a:bodyPr>
          <a:lstStyle/>
          <a:p>
            <a:pPr marL="285750" indent="-285750">
              <a:buFont typeface="Arial" panose="020B0604020202020204" pitchFamily="34" charset="0"/>
              <a:buChar char="•"/>
            </a:pPr>
            <a:r>
              <a:rPr lang="en-US" dirty="0"/>
              <a:t>The </a:t>
            </a:r>
            <a:r>
              <a:rPr lang="en-US" b="1" dirty="0"/>
              <a:t>Legal team</a:t>
            </a:r>
            <a:r>
              <a:rPr lang="en-US" dirty="0"/>
              <a:t> ensures the business complies with all</a:t>
            </a:r>
            <a:br>
              <a:rPr lang="en-US" dirty="0"/>
            </a:br>
            <a:r>
              <a:rPr lang="en-US" dirty="0"/>
              <a:t>gaming regulations, licensing requirements, and contractual obligations. </a:t>
            </a:r>
          </a:p>
          <a:p>
            <a:pPr marL="285750" indent="-285750">
              <a:buFont typeface="Arial" panose="020B0604020202020204" pitchFamily="34" charset="0"/>
              <a:buChar char="•"/>
            </a:pPr>
            <a:r>
              <a:rPr lang="en-US" dirty="0"/>
              <a:t>The </a:t>
            </a:r>
            <a:r>
              <a:rPr lang="en-US" b="1" dirty="0"/>
              <a:t>HR team</a:t>
            </a:r>
            <a:r>
              <a:rPr lang="en-US" dirty="0"/>
              <a:t> manages recruitment, employee relations, and talent development to support a productive and engaged workforce.</a:t>
            </a:r>
          </a:p>
          <a:p>
            <a:pPr marL="285750" indent="-285750">
              <a:buFont typeface="Arial" panose="020B0604020202020204" pitchFamily="34" charset="0"/>
              <a:buChar char="•"/>
            </a:pPr>
            <a:r>
              <a:rPr lang="en-US" dirty="0"/>
              <a:t>The </a:t>
            </a:r>
            <a:r>
              <a:rPr lang="en-US" b="1" dirty="0"/>
              <a:t>Accounting team &amp; Finance team </a:t>
            </a:r>
            <a:r>
              <a:rPr lang="en-US" dirty="0"/>
              <a:t>manage all financial records, track revenues and expenses, and ensures accurate reporting of betting transactions and payouts.</a:t>
            </a:r>
          </a:p>
          <a:p>
            <a:pPr marL="285750" indent="-285750">
              <a:buFont typeface="Arial" panose="020B0604020202020204" pitchFamily="34" charset="0"/>
              <a:buChar char="•"/>
            </a:pPr>
            <a:r>
              <a:rPr lang="en-US" dirty="0"/>
              <a:t>The </a:t>
            </a:r>
            <a:r>
              <a:rPr lang="en-US" b="1" dirty="0"/>
              <a:t>System Admins </a:t>
            </a:r>
            <a:r>
              <a:rPr lang="en-US" dirty="0"/>
              <a:t>team manages and maintains the servers, networks, and IT infrastructure that keep betting platforms running smoothly. </a:t>
            </a:r>
          </a:p>
        </p:txBody>
      </p:sp>
      <p:graphicFrame>
        <p:nvGraphicFramePr>
          <p:cNvPr id="6" name="Diagram 5">
            <a:extLst>
              <a:ext uri="{FF2B5EF4-FFF2-40B4-BE49-F238E27FC236}">
                <a16:creationId xmlns:a16="http://schemas.microsoft.com/office/drawing/2014/main" id="{4EFA20DD-67FB-80AE-B5F4-1CE0B4A2335E}"/>
              </a:ext>
            </a:extLst>
          </p:cNvPr>
          <p:cNvGraphicFramePr/>
          <p:nvPr>
            <p:extLst>
              <p:ext uri="{D42A27DB-BD31-4B8C-83A1-F6EECF244321}">
                <p14:modId xmlns:p14="http://schemas.microsoft.com/office/powerpoint/2010/main" val="229322571"/>
              </p:ext>
            </p:extLst>
          </p:nvPr>
        </p:nvGraphicFramePr>
        <p:xfrm>
          <a:off x="-1415956" y="1097280"/>
          <a:ext cx="9712960" cy="5557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170144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53D0D-908F-AE30-58DF-DAE14C8D3831}"/>
            </a:ext>
          </a:extLst>
        </p:cNvPr>
        <p:cNvGrpSpPr/>
        <p:nvPr/>
      </p:nvGrpSpPr>
      <p:grpSpPr>
        <a:xfrm>
          <a:off x="0" y="0"/>
          <a:ext cx="0" cy="0"/>
          <a:chOff x="0" y="0"/>
          <a:chExt cx="0" cy="0"/>
        </a:xfrm>
      </p:grpSpPr>
      <p:pic>
        <p:nvPicPr>
          <p:cNvPr id="8" name="Picture 7" descr="A roulette wheel with cards and chips flying&#10;&#10;AI-generated content may be incorrect.">
            <a:extLst>
              <a:ext uri="{FF2B5EF4-FFF2-40B4-BE49-F238E27FC236}">
                <a16:creationId xmlns:a16="http://schemas.microsoft.com/office/drawing/2014/main" id="{1AD9952C-8126-5E1A-959F-AD1C58791975}"/>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CF7CC1-1B1B-E85B-A1C1-008CA3EE1944}"/>
              </a:ext>
            </a:extLst>
          </p:cNvPr>
          <p:cNvSpPr>
            <a:spLocks noGrp="1"/>
          </p:cNvSpPr>
          <p:nvPr>
            <p:ph type="ctrTitle"/>
          </p:nvPr>
        </p:nvSpPr>
        <p:spPr>
          <a:xfrm>
            <a:off x="792535" y="289040"/>
            <a:ext cx="6670149" cy="718796"/>
          </a:xfrm>
        </p:spPr>
        <p:txBody>
          <a:bodyPr/>
          <a:lstStyle/>
          <a:p>
            <a:pPr algn="ctr"/>
            <a:r>
              <a:rPr lang="en-US" dirty="0"/>
              <a:t>C-level management</a:t>
            </a:r>
          </a:p>
        </p:txBody>
      </p:sp>
      <p:graphicFrame>
        <p:nvGraphicFramePr>
          <p:cNvPr id="3" name="Diagram 2">
            <a:extLst>
              <a:ext uri="{FF2B5EF4-FFF2-40B4-BE49-F238E27FC236}">
                <a16:creationId xmlns:a16="http://schemas.microsoft.com/office/drawing/2014/main" id="{65F2D14F-3399-970D-9575-75E20C276396}"/>
              </a:ext>
            </a:extLst>
          </p:cNvPr>
          <p:cNvGraphicFramePr/>
          <p:nvPr>
            <p:extLst>
              <p:ext uri="{D42A27DB-BD31-4B8C-83A1-F6EECF244321}">
                <p14:modId xmlns:p14="http://schemas.microsoft.com/office/powerpoint/2010/main" val="1827079746"/>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A55176D5-4ED4-FA06-5FBB-BAFC54595DB0}"/>
              </a:ext>
            </a:extLst>
          </p:cNvPr>
          <p:cNvSpPr txBox="1"/>
          <p:nvPr/>
        </p:nvSpPr>
        <p:spPr>
          <a:xfrm>
            <a:off x="6303966" y="3284949"/>
            <a:ext cx="3362632" cy="3139321"/>
          </a:xfrm>
          <a:prstGeom prst="rect">
            <a:avLst/>
          </a:prstGeom>
          <a:noFill/>
        </p:spPr>
        <p:txBody>
          <a:bodyPr wrap="square" rtlCol="0">
            <a:spAutoFit/>
          </a:bodyPr>
          <a:lstStyle/>
          <a:p>
            <a:r>
              <a:rPr lang="en-US" dirty="0"/>
              <a:t>A </a:t>
            </a:r>
            <a:r>
              <a:rPr lang="en-US" b="1" dirty="0"/>
              <a:t>CEO</a:t>
            </a:r>
            <a:r>
              <a:rPr lang="en-US" dirty="0"/>
              <a:t>, or </a:t>
            </a:r>
            <a:r>
              <a:rPr lang="en-US" b="1" dirty="0"/>
              <a:t>Chief Executive Officer</a:t>
            </a:r>
            <a:r>
              <a:rPr lang="en-US" dirty="0"/>
              <a:t>, is the highest-ranking executive in a company. They are responsible for making major corporate decisions, managing the overall operations and resources of a company, and acting as the main point of communication between the owner and corporate operations.</a:t>
            </a:r>
          </a:p>
        </p:txBody>
      </p:sp>
      <p:sp>
        <p:nvSpPr>
          <p:cNvPr id="7" name="Flowchart: Connector 6">
            <a:extLst>
              <a:ext uri="{FF2B5EF4-FFF2-40B4-BE49-F238E27FC236}">
                <a16:creationId xmlns:a16="http://schemas.microsoft.com/office/drawing/2014/main" id="{3F7894F7-76A6-EDA5-C9C5-F414DF5D63FE}"/>
              </a:ext>
            </a:extLst>
          </p:cNvPr>
          <p:cNvSpPr/>
          <p:nvPr/>
        </p:nvSpPr>
        <p:spPr>
          <a:xfrm>
            <a:off x="7188869" y="1156716"/>
            <a:ext cx="1592826" cy="1545622"/>
          </a:xfrm>
          <a:prstGeom prst="flowChartConnector">
            <a:avLst/>
          </a:prstGeom>
          <a:blipFill dpi="0" rotWithShape="1">
            <a:blip r:embed="rId9">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DF3FABF-E3CD-E4F8-8006-AC58683EDA90}"/>
              </a:ext>
            </a:extLst>
          </p:cNvPr>
          <p:cNvSpPr txBox="1"/>
          <p:nvPr/>
        </p:nvSpPr>
        <p:spPr>
          <a:xfrm>
            <a:off x="6944551" y="2851219"/>
            <a:ext cx="2081462" cy="369332"/>
          </a:xfrm>
          <a:prstGeom prst="rect">
            <a:avLst/>
          </a:prstGeom>
          <a:noFill/>
        </p:spPr>
        <p:txBody>
          <a:bodyPr wrap="square" rtlCol="0">
            <a:spAutoFit/>
          </a:bodyPr>
          <a:lstStyle/>
          <a:p>
            <a:r>
              <a:rPr lang="en-US" dirty="0"/>
              <a:t>Victor </a:t>
            </a:r>
            <a:r>
              <a:rPr lang="en-US" dirty="0" err="1"/>
              <a:t>Perenovski</a:t>
            </a:r>
            <a:endParaRPr lang="en-US" dirty="0"/>
          </a:p>
        </p:txBody>
      </p:sp>
    </p:spTree>
    <p:extLst>
      <p:ext uri="{BB962C8B-B14F-4D97-AF65-F5344CB8AC3E}">
        <p14:creationId xmlns:p14="http://schemas.microsoft.com/office/powerpoint/2010/main" val="2243142356"/>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F406B-79DB-837D-9C34-F304B8802D43}"/>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E2B06667-C39B-9773-B094-2157BE5B38E4}"/>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399097A4-E077-1CFF-214F-A6CF38714963}"/>
              </a:ext>
            </a:extLst>
          </p:cNvPr>
          <p:cNvGraphicFramePr/>
          <p:nvPr>
            <p:extLst>
              <p:ext uri="{D42A27DB-BD31-4B8C-83A1-F6EECF244321}">
                <p14:modId xmlns:p14="http://schemas.microsoft.com/office/powerpoint/2010/main" val="1386249884"/>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137AFB7D-4354-1AC1-2755-C94C414691D1}"/>
              </a:ext>
            </a:extLst>
          </p:cNvPr>
          <p:cNvSpPr txBox="1"/>
          <p:nvPr/>
        </p:nvSpPr>
        <p:spPr>
          <a:xfrm>
            <a:off x="6253316" y="1700491"/>
            <a:ext cx="3362632" cy="2862322"/>
          </a:xfrm>
          <a:prstGeom prst="rect">
            <a:avLst/>
          </a:prstGeom>
          <a:noFill/>
        </p:spPr>
        <p:txBody>
          <a:bodyPr wrap="square" rtlCol="0">
            <a:spAutoFit/>
          </a:bodyPr>
          <a:lstStyle/>
          <a:p>
            <a:r>
              <a:rPr lang="en-US" dirty="0"/>
              <a:t>A </a:t>
            </a:r>
            <a:r>
              <a:rPr lang="en-US" b="1" dirty="0"/>
              <a:t>COO</a:t>
            </a:r>
            <a:r>
              <a:rPr lang="en-US" dirty="0"/>
              <a:t>, or </a:t>
            </a:r>
            <a:r>
              <a:rPr lang="en-US" b="1" dirty="0"/>
              <a:t>Chief Operating Officer</a:t>
            </a:r>
            <a:r>
              <a:rPr lang="en-US" dirty="0"/>
              <a:t>, is a senior executive responsible for managing the daily administrative and operational functions of a business. They essentially handle the "how-to" of the business's strategy, ensuring that the company's operations run smoothly and efficiently.</a:t>
            </a:r>
          </a:p>
        </p:txBody>
      </p:sp>
      <p:sp>
        <p:nvSpPr>
          <p:cNvPr id="7" name="Title 1">
            <a:extLst>
              <a:ext uri="{FF2B5EF4-FFF2-40B4-BE49-F238E27FC236}">
                <a16:creationId xmlns:a16="http://schemas.microsoft.com/office/drawing/2014/main" id="{071114E5-1E5B-21CE-F31C-4B01FEDF4C1E}"/>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141525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4D81-3132-9894-AE4E-A086A79672AC}"/>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DE91928D-D03C-457E-193C-EFBD9467A0EC}"/>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0CC017A6-D359-8E19-9D23-1C2B72410A82}"/>
              </a:ext>
            </a:extLst>
          </p:cNvPr>
          <p:cNvGraphicFramePr/>
          <p:nvPr>
            <p:extLst>
              <p:ext uri="{D42A27DB-BD31-4B8C-83A1-F6EECF244321}">
                <p14:modId xmlns:p14="http://schemas.microsoft.com/office/powerpoint/2010/main" val="125938625"/>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FC99D223-55E8-4784-1CE4-B17970F0E8AA}"/>
              </a:ext>
            </a:extLst>
          </p:cNvPr>
          <p:cNvSpPr txBox="1"/>
          <p:nvPr/>
        </p:nvSpPr>
        <p:spPr>
          <a:xfrm>
            <a:off x="6253316" y="1700491"/>
            <a:ext cx="3362632" cy="3139321"/>
          </a:xfrm>
          <a:prstGeom prst="rect">
            <a:avLst/>
          </a:prstGeom>
          <a:noFill/>
        </p:spPr>
        <p:txBody>
          <a:bodyPr wrap="square" rtlCol="0">
            <a:spAutoFit/>
          </a:bodyPr>
          <a:lstStyle/>
          <a:p>
            <a:r>
              <a:rPr lang="en-US" dirty="0"/>
              <a:t>A </a:t>
            </a:r>
            <a:r>
              <a:rPr lang="en-US" b="1" dirty="0"/>
              <a:t>CFO</a:t>
            </a:r>
            <a:r>
              <a:rPr lang="en-US" dirty="0"/>
              <a:t>, or </a:t>
            </a:r>
            <a:r>
              <a:rPr lang="en-US" b="1" dirty="0"/>
              <a:t>Chief Financial Officer, </a:t>
            </a:r>
            <a:r>
              <a:rPr lang="en-US" dirty="0"/>
              <a:t>is the top-level executive responsible for a company's financial health and stability. They manage and oversee all financial activities, including financial planning, budgeting, reporting, and risk management, while also acting as a strategic advisor to the CEO and other executives.</a:t>
            </a:r>
          </a:p>
        </p:txBody>
      </p:sp>
      <p:sp>
        <p:nvSpPr>
          <p:cNvPr id="7" name="Title 1">
            <a:extLst>
              <a:ext uri="{FF2B5EF4-FFF2-40B4-BE49-F238E27FC236}">
                <a16:creationId xmlns:a16="http://schemas.microsoft.com/office/drawing/2014/main" id="{B0DA4FDA-4564-64C2-1038-C03172449CC1}"/>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1054894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2876A-8510-2978-9836-DF783532BE6A}"/>
            </a:ext>
          </a:extLst>
        </p:cNvPr>
        <p:cNvGrpSpPr/>
        <p:nvPr/>
      </p:nvGrpSpPr>
      <p:grpSpPr>
        <a:xfrm>
          <a:off x="0" y="0"/>
          <a:ext cx="0" cy="0"/>
          <a:chOff x="0" y="0"/>
          <a:chExt cx="0" cy="0"/>
        </a:xfrm>
      </p:grpSpPr>
      <p:pic>
        <p:nvPicPr>
          <p:cNvPr id="9" name="Picture 8" descr="A roulette wheel with cards and chips flying&#10;&#10;AI-generated content may be incorrect.">
            <a:extLst>
              <a:ext uri="{FF2B5EF4-FFF2-40B4-BE49-F238E27FC236}">
                <a16:creationId xmlns:a16="http://schemas.microsoft.com/office/drawing/2014/main" id="{CF0C3B63-8326-D0F7-FA31-E84180103668}"/>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Diagram 2">
            <a:extLst>
              <a:ext uri="{FF2B5EF4-FFF2-40B4-BE49-F238E27FC236}">
                <a16:creationId xmlns:a16="http://schemas.microsoft.com/office/drawing/2014/main" id="{2F7398B7-CB97-014A-4A2F-CAB11EDB0D56}"/>
              </a:ext>
            </a:extLst>
          </p:cNvPr>
          <p:cNvGraphicFramePr/>
          <p:nvPr>
            <p:extLst>
              <p:ext uri="{D42A27DB-BD31-4B8C-83A1-F6EECF244321}">
                <p14:modId xmlns:p14="http://schemas.microsoft.com/office/powerpoint/2010/main" val="3601553460"/>
              </p:ext>
            </p:extLst>
          </p:nvPr>
        </p:nvGraphicFramePr>
        <p:xfrm>
          <a:off x="-50063" y="1174984"/>
          <a:ext cx="6542330" cy="554047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E3FED2DC-AD95-245C-8720-5149BFF80CE4}"/>
              </a:ext>
            </a:extLst>
          </p:cNvPr>
          <p:cNvSpPr txBox="1"/>
          <p:nvPr/>
        </p:nvSpPr>
        <p:spPr>
          <a:xfrm>
            <a:off x="6253316" y="1700491"/>
            <a:ext cx="3362632" cy="3970318"/>
          </a:xfrm>
          <a:prstGeom prst="rect">
            <a:avLst/>
          </a:prstGeom>
          <a:noFill/>
        </p:spPr>
        <p:txBody>
          <a:bodyPr wrap="square" rtlCol="0">
            <a:spAutoFit/>
          </a:bodyPr>
          <a:lstStyle/>
          <a:p>
            <a:r>
              <a:rPr lang="en-US" dirty="0"/>
              <a:t>A </a:t>
            </a:r>
            <a:r>
              <a:rPr lang="en-US" b="1" dirty="0"/>
              <a:t>CMO</a:t>
            </a:r>
            <a:r>
              <a:rPr lang="en-US" dirty="0"/>
              <a:t>, or </a:t>
            </a:r>
            <a:r>
              <a:rPr lang="en-US" b="1" dirty="0"/>
              <a:t>Chief Marketing Officer, </a:t>
            </a:r>
            <a:r>
              <a:rPr lang="en-US" dirty="0"/>
              <a:t>drives player acquisition and retention by balancing aggressive, data-led performance marketing with the creative challenge of brand differentiation in a crowded market. They must also navigate a complex web of </a:t>
            </a:r>
            <a:r>
              <a:rPr lang="en-US" b="1" dirty="0"/>
              <a:t>global regulations</a:t>
            </a:r>
            <a:r>
              <a:rPr lang="en-US" dirty="0"/>
              <a:t> and responsible gaming mandates, ensuring the brand grows without crossing legal or ethical lines.</a:t>
            </a:r>
          </a:p>
        </p:txBody>
      </p:sp>
      <p:sp>
        <p:nvSpPr>
          <p:cNvPr id="7" name="Title 1">
            <a:extLst>
              <a:ext uri="{FF2B5EF4-FFF2-40B4-BE49-F238E27FC236}">
                <a16:creationId xmlns:a16="http://schemas.microsoft.com/office/drawing/2014/main" id="{0D2E1C5A-A2F9-1A5C-6EFC-CCB5E1400B35}"/>
              </a:ext>
            </a:extLst>
          </p:cNvPr>
          <p:cNvSpPr txBox="1">
            <a:spLocks/>
          </p:cNvSpPr>
          <p:nvPr/>
        </p:nvSpPr>
        <p:spPr>
          <a:xfrm>
            <a:off x="792535" y="289040"/>
            <a:ext cx="6670149"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C-level management</a:t>
            </a:r>
            <a:endParaRPr lang="en-US" dirty="0"/>
          </a:p>
        </p:txBody>
      </p:sp>
    </p:spTree>
    <p:extLst>
      <p:ext uri="{BB962C8B-B14F-4D97-AF65-F5344CB8AC3E}">
        <p14:creationId xmlns:p14="http://schemas.microsoft.com/office/powerpoint/2010/main" val="2386640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643A0D6-A819-5311-4CF2-6365D5255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2DA19-2D56-ADE0-7D2F-DAE76C4C9B9E}"/>
              </a:ext>
            </a:extLst>
          </p:cNvPr>
          <p:cNvSpPr>
            <a:spLocks noGrp="1"/>
          </p:cNvSpPr>
          <p:nvPr>
            <p:ph type="ctrTitle"/>
          </p:nvPr>
        </p:nvSpPr>
        <p:spPr>
          <a:xfrm>
            <a:off x="757681" y="438928"/>
            <a:ext cx="4619084" cy="718796"/>
          </a:xfrm>
        </p:spPr>
        <p:txBody>
          <a:bodyPr/>
          <a:lstStyle/>
          <a:p>
            <a:pPr algn="ctr"/>
            <a:r>
              <a:rPr lang="en-US" dirty="0"/>
              <a:t>Best Practices</a:t>
            </a:r>
          </a:p>
        </p:txBody>
      </p:sp>
      <p:graphicFrame>
        <p:nvGraphicFramePr>
          <p:cNvPr id="5" name="Diagram 4">
            <a:extLst>
              <a:ext uri="{FF2B5EF4-FFF2-40B4-BE49-F238E27FC236}">
                <a16:creationId xmlns:a16="http://schemas.microsoft.com/office/drawing/2014/main" id="{B20F82C5-5C5B-96CC-1E56-5BA682E5C053}"/>
              </a:ext>
            </a:extLst>
          </p:cNvPr>
          <p:cNvGraphicFramePr/>
          <p:nvPr>
            <p:extLst>
              <p:ext uri="{D42A27DB-BD31-4B8C-83A1-F6EECF244321}">
                <p14:modId xmlns:p14="http://schemas.microsoft.com/office/powerpoint/2010/main" val="559573578"/>
              </p:ext>
            </p:extLst>
          </p:nvPr>
        </p:nvGraphicFramePr>
        <p:xfrm>
          <a:off x="757681" y="1435509"/>
          <a:ext cx="7550577" cy="4624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55487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7419D353-07F9-CD7C-9469-96C2A00B18F7}"/>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A591F257-1C60-5CB2-2F8C-4628DBC0D93B}"/>
              </a:ext>
            </a:extLst>
          </p:cNvPr>
          <p:cNvGraphicFramePr/>
          <p:nvPr>
            <p:extLst>
              <p:ext uri="{D42A27DB-BD31-4B8C-83A1-F6EECF244321}">
                <p14:modId xmlns:p14="http://schemas.microsoft.com/office/powerpoint/2010/main" val="3044008821"/>
              </p:ext>
            </p:extLst>
          </p:nvPr>
        </p:nvGraphicFramePr>
        <p:xfrm>
          <a:off x="757681" y="1435509"/>
          <a:ext cx="7550577" cy="4624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E84DD580-5E56-D623-C038-DB1356B5EB9A}"/>
              </a:ext>
            </a:extLst>
          </p:cNvPr>
          <p:cNvSpPr txBox="1">
            <a:spLocks/>
          </p:cNvSpPr>
          <p:nvPr/>
        </p:nvSpPr>
        <p:spPr>
          <a:xfrm>
            <a:off x="757681" y="438928"/>
            <a:ext cx="4619084" cy="718796"/>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Best Practices</a:t>
            </a:r>
            <a:endParaRPr lang="en-US" dirty="0"/>
          </a:p>
        </p:txBody>
      </p:sp>
    </p:spTree>
    <p:extLst>
      <p:ext uri="{BB962C8B-B14F-4D97-AF65-F5344CB8AC3E}">
        <p14:creationId xmlns:p14="http://schemas.microsoft.com/office/powerpoint/2010/main" val="289631267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3C676CE1-9AD1-4FAD-9C48-96F1BB431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F97B7-BE8B-4FE5-FA27-AF098B0C2EAC}"/>
              </a:ext>
            </a:extLst>
          </p:cNvPr>
          <p:cNvSpPr>
            <a:spLocks noGrp="1"/>
          </p:cNvSpPr>
          <p:nvPr>
            <p:ph type="ctrTitle"/>
          </p:nvPr>
        </p:nvSpPr>
        <p:spPr>
          <a:xfrm>
            <a:off x="628992" y="446028"/>
            <a:ext cx="7519328" cy="718796"/>
          </a:xfrm>
        </p:spPr>
        <p:txBody>
          <a:bodyPr/>
          <a:lstStyle/>
          <a:p>
            <a:r>
              <a:rPr lang="en-US" dirty="0"/>
              <a:t>Access and permissions</a:t>
            </a:r>
          </a:p>
        </p:txBody>
      </p:sp>
      <p:sp>
        <p:nvSpPr>
          <p:cNvPr id="5" name="TextBox 4">
            <a:extLst>
              <a:ext uri="{FF2B5EF4-FFF2-40B4-BE49-F238E27FC236}">
                <a16:creationId xmlns:a16="http://schemas.microsoft.com/office/drawing/2014/main" id="{8EB3F71F-75CB-51A6-04E9-3AAB8C4E5C40}"/>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882E7E7D-0D62-7272-DB63-8ABA30037C0C}"/>
              </a:ext>
            </a:extLst>
          </p:cNvPr>
          <p:cNvGraphicFramePr>
            <a:graphicFrameLocks noGrp="1"/>
          </p:cNvGraphicFramePr>
          <p:nvPr>
            <p:extLst>
              <p:ext uri="{D42A27DB-BD31-4B8C-83A1-F6EECF244321}">
                <p14:modId xmlns:p14="http://schemas.microsoft.com/office/powerpoint/2010/main" val="4076368758"/>
              </p:ext>
            </p:extLst>
          </p:nvPr>
        </p:nvGraphicFramePr>
        <p:xfrm>
          <a:off x="920299" y="4684042"/>
          <a:ext cx="8128000" cy="1670423"/>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55580879"/>
                    </a:ext>
                  </a:extLst>
                </a:gridCol>
                <a:gridCol w="4064000">
                  <a:extLst>
                    <a:ext uri="{9D8B030D-6E8A-4147-A177-3AD203B41FA5}">
                      <a16:colId xmlns:a16="http://schemas.microsoft.com/office/drawing/2014/main" val="1732957584"/>
                    </a:ext>
                  </a:extLst>
                </a:gridCol>
              </a:tblGrid>
              <a:tr h="375203">
                <a:tc>
                  <a:txBody>
                    <a:bodyPr/>
                    <a:lstStyle/>
                    <a:p>
                      <a:pPr algn="ctr"/>
                      <a:r>
                        <a:rPr lang="en-US" dirty="0"/>
                        <a:t>Shared folder</a:t>
                      </a:r>
                    </a:p>
                  </a:txBody>
                  <a:tcPr/>
                </a:tc>
                <a:tc>
                  <a:txBody>
                    <a:bodyPr/>
                    <a:lstStyle/>
                    <a:p>
                      <a:pPr algn="ctr"/>
                      <a:r>
                        <a:rPr lang="en-US" dirty="0"/>
                        <a:t>Used for</a:t>
                      </a:r>
                    </a:p>
                  </a:txBody>
                  <a:tcPr/>
                </a:tc>
                <a:extLst>
                  <a:ext uri="{0D108BD9-81ED-4DB2-BD59-A6C34878D82A}">
                    <a16:rowId xmlns:a16="http://schemas.microsoft.com/office/drawing/2014/main" val="1308580850"/>
                  </a:ext>
                </a:extLst>
              </a:tr>
              <a:tr h="1295220">
                <a:tc>
                  <a:txBody>
                    <a:bodyPr/>
                    <a:lstStyle/>
                    <a:p>
                      <a:pPr marL="285750" indent="-285750" algn="l" fontAlgn="base">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Depending on the team</a:t>
                      </a:r>
                    </a:p>
                  </a:txBody>
                  <a:tcPr anchor="ctr"/>
                </a:tc>
                <a:tc>
                  <a:txBody>
                    <a:bodyPr/>
                    <a:lstStyle/>
                    <a:p>
                      <a:pPr algn="l"/>
                      <a:br>
                        <a:rPr lang="en-US" dirty="0">
                          <a:solidFill>
                            <a:schemeClr val="accent2">
                              <a:lumMod val="75000"/>
                            </a:schemeClr>
                          </a:solidFill>
                        </a:rPr>
                      </a:br>
                      <a:r>
                        <a:rPr lang="en-US" dirty="0">
                          <a:solidFill>
                            <a:schemeClr val="accent2">
                              <a:lumMod val="75000"/>
                            </a:schemeClr>
                          </a:solidFill>
                        </a:rPr>
                        <a:t>Used for storing files and sharing them across the team</a:t>
                      </a:r>
                    </a:p>
                  </a:txBody>
                  <a:tcPr/>
                </a:tc>
                <a:extLst>
                  <a:ext uri="{0D108BD9-81ED-4DB2-BD59-A6C34878D82A}">
                    <a16:rowId xmlns:a16="http://schemas.microsoft.com/office/drawing/2014/main" val="1346023875"/>
                  </a:ext>
                </a:extLst>
              </a:tr>
            </a:tbl>
          </a:graphicData>
        </a:graphic>
      </p:graphicFrame>
      <p:graphicFrame>
        <p:nvGraphicFramePr>
          <p:cNvPr id="10" name="Table 9">
            <a:extLst>
              <a:ext uri="{FF2B5EF4-FFF2-40B4-BE49-F238E27FC236}">
                <a16:creationId xmlns:a16="http://schemas.microsoft.com/office/drawing/2014/main" id="{73FC1F77-68FC-DE0E-A9D9-E62B82085CD5}"/>
              </a:ext>
            </a:extLst>
          </p:cNvPr>
          <p:cNvGraphicFramePr>
            <a:graphicFrameLocks noGrp="1"/>
          </p:cNvGraphicFramePr>
          <p:nvPr>
            <p:extLst>
              <p:ext uri="{D42A27DB-BD31-4B8C-83A1-F6EECF244321}">
                <p14:modId xmlns:p14="http://schemas.microsoft.com/office/powerpoint/2010/main" val="3493111158"/>
              </p:ext>
            </p:extLst>
          </p:nvPr>
        </p:nvGraphicFramePr>
        <p:xfrm>
          <a:off x="920299" y="1641733"/>
          <a:ext cx="8128000" cy="25654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315736745"/>
                    </a:ext>
                  </a:extLst>
                </a:gridCol>
                <a:gridCol w="4064000">
                  <a:extLst>
                    <a:ext uri="{9D8B030D-6E8A-4147-A177-3AD203B41FA5}">
                      <a16:colId xmlns:a16="http://schemas.microsoft.com/office/drawing/2014/main" val="3346573234"/>
                    </a:ext>
                  </a:extLst>
                </a:gridCol>
              </a:tblGrid>
              <a:tr h="370840">
                <a:tc>
                  <a:txBody>
                    <a:bodyPr/>
                    <a:lstStyle/>
                    <a:p>
                      <a:pPr algn="ctr"/>
                      <a:r>
                        <a:rPr lang="en-US" dirty="0"/>
                        <a:t>Accounts</a:t>
                      </a:r>
                    </a:p>
                  </a:txBody>
                  <a:tcPr/>
                </a:tc>
                <a:tc>
                  <a:txBody>
                    <a:bodyPr/>
                    <a:lstStyle/>
                    <a:p>
                      <a:pPr algn="ctr"/>
                      <a:r>
                        <a:rPr lang="en-US" dirty="0"/>
                        <a:t>Used for</a:t>
                      </a:r>
                    </a:p>
                  </a:txBody>
                  <a:tcPr/>
                </a:tc>
                <a:extLst>
                  <a:ext uri="{0D108BD9-81ED-4DB2-BD59-A6C34878D82A}">
                    <a16:rowId xmlns:a16="http://schemas.microsoft.com/office/drawing/2014/main" val="539232754"/>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One Drive</a:t>
                      </a:r>
                    </a:p>
                  </a:txBody>
                  <a:tcPr/>
                </a:tc>
                <a:tc>
                  <a:txBody>
                    <a:bodyPr/>
                    <a:lstStyle/>
                    <a:p>
                      <a:pPr algn="l"/>
                      <a:r>
                        <a:rPr lang="en-US" sz="1800" b="0" i="0" kern="1200" dirty="0">
                          <a:solidFill>
                            <a:schemeClr val="accent2">
                              <a:lumMod val="75000"/>
                            </a:schemeClr>
                          </a:solidFill>
                          <a:effectLst/>
                          <a:latin typeface="+mn-lt"/>
                          <a:ea typeface="+mn-ea"/>
                          <a:cs typeface="+mn-cs"/>
                        </a:rPr>
                        <a:t>Personal MS account to store information</a:t>
                      </a:r>
                    </a:p>
                  </a:txBody>
                  <a:tcPr/>
                </a:tc>
                <a:extLst>
                  <a:ext uri="{0D108BD9-81ED-4DB2-BD59-A6C34878D82A}">
                    <a16:rowId xmlns:a16="http://schemas.microsoft.com/office/drawing/2014/main" val="790541095"/>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MS Teams</a:t>
                      </a:r>
                    </a:p>
                  </a:txBody>
                  <a:tcPr/>
                </a:tc>
                <a:tc>
                  <a:txBody>
                    <a:bodyPr/>
                    <a:lstStyle/>
                    <a:p>
                      <a:pPr marL="0" algn="l" defTabSz="457200" rtl="0" eaLnBrk="1" latinLnBrk="0" hangingPunct="1"/>
                      <a:r>
                        <a:rPr lang="en-US" sz="1800" b="0" i="0" kern="1200" dirty="0">
                          <a:solidFill>
                            <a:schemeClr val="accent2">
                              <a:lumMod val="75000"/>
                            </a:schemeClr>
                          </a:solidFill>
                          <a:effectLst/>
                          <a:latin typeface="+mn-lt"/>
                          <a:ea typeface="+mn-ea"/>
                          <a:cs typeface="+mn-cs"/>
                        </a:rPr>
                        <a:t>Communication within the internal network</a:t>
                      </a:r>
                    </a:p>
                  </a:txBody>
                  <a:tcPr/>
                </a:tc>
                <a:extLst>
                  <a:ext uri="{0D108BD9-81ED-4DB2-BD59-A6C34878D82A}">
                    <a16:rowId xmlns:a16="http://schemas.microsoft.com/office/drawing/2014/main" val="3943601009"/>
                  </a:ext>
                </a:extLst>
              </a:tr>
              <a:tr h="370840">
                <a:tc>
                  <a:txBody>
                    <a:bodyPr/>
                    <a:lstStyle/>
                    <a:p>
                      <a:pPr marL="285750" indent="-285750">
                        <a:buFont typeface="Arial" panose="020B0604020202020204" pitchFamily="34" charset="0"/>
                        <a:buChar char="•"/>
                      </a:pPr>
                      <a:r>
                        <a:rPr lang="en-US" sz="1800" b="0" i="0" kern="1200" dirty="0">
                          <a:solidFill>
                            <a:schemeClr val="accent2">
                              <a:lumMod val="75000"/>
                            </a:schemeClr>
                          </a:solidFill>
                          <a:effectLst/>
                          <a:latin typeface="+mn-lt"/>
                          <a:ea typeface="+mn-ea"/>
                          <a:cs typeface="+mn-cs"/>
                        </a:rPr>
                        <a:t>Outlook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i="0" kern="1200" dirty="0">
                          <a:solidFill>
                            <a:schemeClr val="accent2">
                              <a:lumMod val="75000"/>
                            </a:schemeClr>
                          </a:solidFill>
                          <a:effectLst/>
                          <a:latin typeface="+mn-lt"/>
                          <a:ea typeface="+mn-ea"/>
                          <a:cs typeface="+mn-cs"/>
                        </a:rPr>
                        <a:t>Communication within internal network</a:t>
                      </a:r>
                    </a:p>
                    <a:p>
                      <a:pPr algn="l"/>
                      <a:endParaRPr lang="en-US" sz="1800" b="0" i="0" kern="1200" dirty="0">
                        <a:solidFill>
                          <a:schemeClr val="accent2">
                            <a:lumMod val="75000"/>
                          </a:schemeClr>
                        </a:solidFill>
                        <a:effectLst/>
                        <a:latin typeface="+mn-lt"/>
                        <a:ea typeface="+mn-ea"/>
                        <a:cs typeface="+mn-cs"/>
                      </a:endParaRPr>
                    </a:p>
                  </a:txBody>
                  <a:tcPr/>
                </a:tc>
                <a:extLst>
                  <a:ext uri="{0D108BD9-81ED-4DB2-BD59-A6C34878D82A}">
                    <a16:rowId xmlns:a16="http://schemas.microsoft.com/office/drawing/2014/main" val="3588022636"/>
                  </a:ext>
                </a:extLst>
              </a:tr>
            </a:tbl>
          </a:graphicData>
        </a:graphic>
      </p:graphicFrame>
    </p:spTree>
    <p:extLst>
      <p:ext uri="{BB962C8B-B14F-4D97-AF65-F5344CB8AC3E}">
        <p14:creationId xmlns:p14="http://schemas.microsoft.com/office/powerpoint/2010/main" val="2418117164"/>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6D588285-6184-FDAD-EDAD-C716F164C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EAD8B-8BBE-F3CA-539D-079A3F628916}"/>
              </a:ext>
            </a:extLst>
          </p:cNvPr>
          <p:cNvSpPr>
            <a:spLocks noGrp="1"/>
          </p:cNvSpPr>
          <p:nvPr>
            <p:ph type="ctrTitle"/>
          </p:nvPr>
        </p:nvSpPr>
        <p:spPr>
          <a:xfrm>
            <a:off x="628992" y="446028"/>
            <a:ext cx="7519328" cy="718796"/>
          </a:xfrm>
        </p:spPr>
        <p:txBody>
          <a:bodyPr/>
          <a:lstStyle/>
          <a:p>
            <a:r>
              <a:rPr lang="en-US" dirty="0"/>
              <a:t>Access and permissions</a:t>
            </a:r>
          </a:p>
        </p:txBody>
      </p:sp>
      <p:sp>
        <p:nvSpPr>
          <p:cNvPr id="5" name="TextBox 4">
            <a:extLst>
              <a:ext uri="{FF2B5EF4-FFF2-40B4-BE49-F238E27FC236}">
                <a16:creationId xmlns:a16="http://schemas.microsoft.com/office/drawing/2014/main" id="{90F5EA6C-B1FE-B5DB-37AC-396AB3A9890B}"/>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EF9D2AEE-9D93-6F06-09EC-9DF861810067}"/>
              </a:ext>
            </a:extLst>
          </p:cNvPr>
          <p:cNvGraphicFramePr>
            <a:graphicFrameLocks noGrp="1"/>
          </p:cNvGraphicFramePr>
          <p:nvPr>
            <p:extLst>
              <p:ext uri="{D42A27DB-BD31-4B8C-83A1-F6EECF244321}">
                <p14:modId xmlns:p14="http://schemas.microsoft.com/office/powerpoint/2010/main" val="53774648"/>
              </p:ext>
            </p:extLst>
          </p:nvPr>
        </p:nvGraphicFramePr>
        <p:xfrm>
          <a:off x="904240" y="1532374"/>
          <a:ext cx="8128000" cy="403901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55580879"/>
                    </a:ext>
                  </a:extLst>
                </a:gridCol>
                <a:gridCol w="4064000">
                  <a:extLst>
                    <a:ext uri="{9D8B030D-6E8A-4147-A177-3AD203B41FA5}">
                      <a16:colId xmlns:a16="http://schemas.microsoft.com/office/drawing/2014/main" val="1732957584"/>
                    </a:ext>
                  </a:extLst>
                </a:gridCol>
              </a:tblGrid>
              <a:tr h="375203">
                <a:tc>
                  <a:txBody>
                    <a:bodyPr/>
                    <a:lstStyle/>
                    <a:p>
                      <a:pPr algn="ctr"/>
                      <a:r>
                        <a:rPr lang="en-US" dirty="0"/>
                        <a:t>Website</a:t>
                      </a:r>
                    </a:p>
                  </a:txBody>
                  <a:tcPr/>
                </a:tc>
                <a:tc>
                  <a:txBody>
                    <a:bodyPr/>
                    <a:lstStyle/>
                    <a:p>
                      <a:pPr algn="ctr"/>
                      <a:r>
                        <a:rPr lang="en-US" dirty="0"/>
                        <a:t>Used for</a:t>
                      </a:r>
                    </a:p>
                  </a:txBody>
                  <a:tcPr/>
                </a:tc>
                <a:extLst>
                  <a:ext uri="{0D108BD9-81ED-4DB2-BD59-A6C34878D82A}">
                    <a16:rowId xmlns:a16="http://schemas.microsoft.com/office/drawing/2014/main" val="1308580850"/>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4" tooltip="https://backoffice.egt-digital.com/dashboard/activity"/>
                        </a:rPr>
                        <a:t>EGT Digital Backoffice</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Production environment of the </a:t>
                      </a:r>
                      <a:r>
                        <a:rPr lang="en-US" sz="1800" b="0" i="0" kern="1200" dirty="0" err="1">
                          <a:solidFill>
                            <a:schemeClr val="accent2">
                              <a:lumMod val="75000"/>
                            </a:schemeClr>
                          </a:solidFill>
                          <a:effectLst/>
                          <a:latin typeface="+mn-lt"/>
                          <a:ea typeface="+mn-ea"/>
                          <a:cs typeface="+mn-cs"/>
                        </a:rPr>
                        <a:t>backoffice</a:t>
                      </a:r>
                      <a:endParaRPr lang="en-US" dirty="0">
                        <a:solidFill>
                          <a:schemeClr val="accent2">
                            <a:lumMod val="75000"/>
                          </a:schemeClr>
                        </a:solidFill>
                      </a:endParaRPr>
                    </a:p>
                  </a:txBody>
                  <a:tcPr/>
                </a:tc>
                <a:extLst>
                  <a:ext uri="{0D108BD9-81ED-4DB2-BD59-A6C34878D82A}">
                    <a16:rowId xmlns:a16="http://schemas.microsoft.com/office/drawing/2014/main" val="1346023875"/>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5" tooltip="https://boadmin-uat.egt-digital.com/login"/>
                        </a:rPr>
                        <a:t>EGT Digital Backoffice Staging</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Staging (UAT) environment of the </a:t>
                      </a:r>
                      <a:r>
                        <a:rPr lang="en-US" sz="1800" b="0" i="0" kern="1200" dirty="0" err="1">
                          <a:solidFill>
                            <a:schemeClr val="accent2">
                              <a:lumMod val="75000"/>
                            </a:schemeClr>
                          </a:solidFill>
                          <a:effectLst/>
                          <a:latin typeface="+mn-lt"/>
                          <a:ea typeface="+mn-ea"/>
                          <a:cs typeface="+mn-cs"/>
                        </a:rPr>
                        <a:t>backoffice</a:t>
                      </a:r>
                      <a:endParaRPr lang="en-US" dirty="0">
                        <a:solidFill>
                          <a:schemeClr val="accent2">
                            <a:lumMod val="75000"/>
                          </a:schemeClr>
                        </a:solidFill>
                      </a:endParaRPr>
                    </a:p>
                  </a:txBody>
                  <a:tcPr/>
                </a:tc>
                <a:extLst>
                  <a:ext uri="{0D108BD9-81ED-4DB2-BD59-A6C34878D82A}">
                    <a16:rowId xmlns:a16="http://schemas.microsoft.com/office/drawing/2014/main" val="865007274"/>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6" tooltip="https://servicedesk.egt-digital.com/servicedesk/customer/portals"/>
                        </a:rPr>
                        <a:t>EGT Digital Service Desk</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For raising tickets and incidents with EGT Digital</a:t>
                      </a:r>
                      <a:endParaRPr lang="en-US" dirty="0">
                        <a:solidFill>
                          <a:schemeClr val="accent2">
                            <a:lumMod val="75000"/>
                          </a:schemeClr>
                        </a:solidFill>
                      </a:endParaRPr>
                    </a:p>
                  </a:txBody>
                  <a:tcPr/>
                </a:tc>
                <a:extLst>
                  <a:ext uri="{0D108BD9-81ED-4DB2-BD59-A6C34878D82A}">
                    <a16:rowId xmlns:a16="http://schemas.microsoft.com/office/drawing/2014/main" val="2421129876"/>
                  </a:ext>
                </a:extLst>
              </a:tr>
              <a:tr h="400902">
                <a:tc>
                  <a:txBody>
                    <a:bodyPr/>
                    <a:lstStyle/>
                    <a:p>
                      <a:pPr marL="285750" indent="-285750" algn="l" fontAlgn="t">
                        <a:buFont typeface="Arial" panose="020B0604020202020204" pitchFamily="34" charset="0"/>
                        <a:buChar char="•"/>
                      </a:pPr>
                      <a:r>
                        <a:rPr lang="en-US" b="0" dirty="0">
                          <a:solidFill>
                            <a:srgbClr val="1868DB"/>
                          </a:solidFill>
                          <a:effectLst/>
                          <a:latin typeface="+mn-lt"/>
                          <a:hlinkClick r:id="rId7" tooltip="https://inbet.bamboohr.com/login.php?r=%2Fhome%2F"/>
                        </a:rPr>
                        <a:t>Bamboo HR</a:t>
                      </a:r>
                      <a:endParaRPr lang="en-US" b="0" dirty="0">
                        <a:effectLst/>
                        <a:latin typeface="+mn-lt"/>
                      </a:endParaRPr>
                    </a:p>
                  </a:txBody>
                  <a:tcPr marL="60960" marR="60960" marT="60960" marB="60960" anchor="ctr"/>
                </a:tc>
                <a:tc>
                  <a:txBody>
                    <a:bodyPr/>
                    <a:lstStyle/>
                    <a:p>
                      <a:pPr algn="l" fontAlgn="t">
                        <a:buNone/>
                      </a:pPr>
                      <a:r>
                        <a:rPr lang="en-US" b="0" dirty="0">
                          <a:solidFill>
                            <a:schemeClr val="accent2">
                              <a:lumMod val="75000"/>
                            </a:schemeClr>
                          </a:solidFill>
                          <a:effectLst/>
                          <a:latin typeface="+mn-lt"/>
                        </a:rPr>
                        <a:t>HR system for </a:t>
                      </a:r>
                      <a:r>
                        <a:rPr lang="en-US" b="0" dirty="0" err="1">
                          <a:solidFill>
                            <a:schemeClr val="accent2">
                              <a:lumMod val="75000"/>
                            </a:schemeClr>
                          </a:solidFill>
                          <a:effectLst/>
                          <a:latin typeface="+mn-lt"/>
                        </a:rPr>
                        <a:t>Inbet</a:t>
                      </a:r>
                      <a:endParaRPr lang="en-US" b="0" dirty="0">
                        <a:solidFill>
                          <a:schemeClr val="accent2">
                            <a:lumMod val="75000"/>
                          </a:schemeClr>
                        </a:solidFill>
                        <a:effectLst/>
                        <a:latin typeface="+mn-lt"/>
                      </a:endParaRPr>
                    </a:p>
                  </a:txBody>
                  <a:tcPr marL="60960" marR="60960" marT="60960" marB="60960"/>
                </a:tc>
                <a:extLst>
                  <a:ext uri="{0D108BD9-81ED-4DB2-BD59-A6C34878D82A}">
                    <a16:rowId xmlns:a16="http://schemas.microsoft.com/office/drawing/2014/main" val="1398466359"/>
                  </a:ext>
                </a:extLst>
              </a:tr>
              <a:tr h="375203">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8"/>
                        </a:rPr>
                        <a:t>Jira</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Administering Jira tickets</a:t>
                      </a:r>
                      <a:endParaRPr lang="en-US" dirty="0">
                        <a:solidFill>
                          <a:schemeClr val="accent2">
                            <a:lumMod val="75000"/>
                          </a:schemeClr>
                        </a:solidFill>
                      </a:endParaRPr>
                    </a:p>
                  </a:txBody>
                  <a:tcPr/>
                </a:tc>
                <a:extLst>
                  <a:ext uri="{0D108BD9-81ED-4DB2-BD59-A6C34878D82A}">
                    <a16:rowId xmlns:a16="http://schemas.microsoft.com/office/drawing/2014/main" val="3482895043"/>
                  </a:ext>
                </a:extLst>
              </a:tr>
              <a:tr h="400902">
                <a:tc>
                  <a:txBody>
                    <a:bodyPr/>
                    <a:lstStyle/>
                    <a:p>
                      <a:pPr marL="285750" indent="-285750" algn="l" fontAlgn="t">
                        <a:buFont typeface="Arial" panose="020B0604020202020204" pitchFamily="34" charset="0"/>
                        <a:buChar char="•"/>
                      </a:pPr>
                      <a:r>
                        <a:rPr lang="en-US" sz="1800" b="0" i="0" kern="1200" dirty="0">
                          <a:solidFill>
                            <a:schemeClr val="dk1"/>
                          </a:solidFill>
                          <a:effectLst/>
                          <a:latin typeface="+mn-lt"/>
                          <a:ea typeface="+mn-ea"/>
                          <a:cs typeface="+mn-cs"/>
                          <a:hlinkClick r:id="rId9"/>
                        </a:rPr>
                        <a:t>Confluence</a:t>
                      </a:r>
                      <a:endParaRPr lang="en-US" b="0" dirty="0">
                        <a:effectLst/>
                        <a:latin typeface="Atlassian Sans"/>
                      </a:endParaRPr>
                    </a:p>
                  </a:txBody>
                  <a:tcPr marL="60960" marR="60960" marT="60960" marB="60960" anchor="ctr"/>
                </a:tc>
                <a:tc>
                  <a:txBody>
                    <a:bodyPr/>
                    <a:lstStyle/>
                    <a:p>
                      <a:pPr algn="l" fontAlgn="t">
                        <a:buNone/>
                      </a:pPr>
                      <a:r>
                        <a:rPr lang="en-US" sz="1800" b="0" i="0" kern="1200" dirty="0">
                          <a:solidFill>
                            <a:schemeClr val="accent2">
                              <a:lumMod val="75000"/>
                            </a:schemeClr>
                          </a:solidFill>
                          <a:effectLst/>
                          <a:latin typeface="+mn-lt"/>
                          <a:ea typeface="+mn-ea"/>
                          <a:cs typeface="+mn-cs"/>
                        </a:rPr>
                        <a:t>Library of internal processes, team structures, job descriptions and other useful information</a:t>
                      </a:r>
                      <a:endParaRPr lang="en-US" b="0" dirty="0">
                        <a:solidFill>
                          <a:schemeClr val="accent2">
                            <a:lumMod val="75000"/>
                          </a:schemeClr>
                        </a:solidFill>
                        <a:effectLst/>
                        <a:latin typeface="Atlassian Sans"/>
                      </a:endParaRPr>
                    </a:p>
                  </a:txBody>
                  <a:tcPr marL="60960" marR="60960" marT="60960" marB="60960"/>
                </a:tc>
                <a:extLst>
                  <a:ext uri="{0D108BD9-81ED-4DB2-BD59-A6C34878D82A}">
                    <a16:rowId xmlns:a16="http://schemas.microsoft.com/office/drawing/2014/main" val="1719572960"/>
                  </a:ext>
                </a:extLst>
              </a:tr>
            </a:tbl>
          </a:graphicData>
        </a:graphic>
      </p:graphicFrame>
    </p:spTree>
    <p:extLst>
      <p:ext uri="{BB962C8B-B14F-4D97-AF65-F5344CB8AC3E}">
        <p14:creationId xmlns:p14="http://schemas.microsoft.com/office/powerpoint/2010/main" val="1588764421"/>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F5DE-7932-FC4C-2E9B-8346819553B8}"/>
            </a:ext>
          </a:extLst>
        </p:cNvPr>
        <p:cNvGrpSpPr/>
        <p:nvPr/>
      </p:nvGrpSpPr>
      <p:grpSpPr>
        <a:xfrm>
          <a:off x="0" y="0"/>
          <a:ext cx="0" cy="0"/>
          <a:chOff x="0" y="0"/>
          <a:chExt cx="0" cy="0"/>
        </a:xfrm>
      </p:grpSpPr>
      <p:pic>
        <p:nvPicPr>
          <p:cNvPr id="7" name="Picture 6" descr="A roulette wheel with cards and chips flying&#10;&#10;AI-generated content may be incorrect.">
            <a:extLst>
              <a:ext uri="{FF2B5EF4-FFF2-40B4-BE49-F238E27FC236}">
                <a16:creationId xmlns:a16="http://schemas.microsoft.com/office/drawing/2014/main" id="{862D5C52-D1AB-EC2F-80DB-7EFB44078577}"/>
              </a:ext>
            </a:extLst>
          </p:cNvPr>
          <p:cNvPicPr>
            <a:picLocks noChangeAspect="1"/>
          </p:cNvPicPr>
          <p:nvPr/>
        </p:nvPicPr>
        <p:blipFill>
          <a:blip r:embed="rId3">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2BF62CA-34C2-7F6D-653D-694FDCC3A9A9}"/>
              </a:ext>
            </a:extLst>
          </p:cNvPr>
          <p:cNvSpPr>
            <a:spLocks noGrp="1"/>
          </p:cNvSpPr>
          <p:nvPr>
            <p:ph type="ctrTitle"/>
          </p:nvPr>
        </p:nvSpPr>
        <p:spPr>
          <a:xfrm>
            <a:off x="766589" y="1164824"/>
            <a:ext cx="7519328" cy="718796"/>
          </a:xfrm>
        </p:spPr>
        <p:txBody>
          <a:bodyPr/>
          <a:lstStyle/>
          <a:p>
            <a:pPr algn="l"/>
            <a:r>
              <a:rPr lang="en-US" dirty="0"/>
              <a:t>First steps in getting to know </a:t>
            </a:r>
            <a:r>
              <a:rPr lang="en-US" dirty="0" err="1"/>
              <a:t>Inbet</a:t>
            </a:r>
            <a:endParaRPr lang="en-US" dirty="0"/>
          </a:p>
        </p:txBody>
      </p:sp>
      <p:sp>
        <p:nvSpPr>
          <p:cNvPr id="5" name="TextBox 4">
            <a:extLst>
              <a:ext uri="{FF2B5EF4-FFF2-40B4-BE49-F238E27FC236}">
                <a16:creationId xmlns:a16="http://schemas.microsoft.com/office/drawing/2014/main" id="{67EAB4C1-1BE6-2E05-918F-FB0C55E36FC8}"/>
              </a:ext>
            </a:extLst>
          </p:cNvPr>
          <p:cNvSpPr txBox="1"/>
          <p:nvPr/>
        </p:nvSpPr>
        <p:spPr>
          <a:xfrm>
            <a:off x="3738880" y="1717040"/>
            <a:ext cx="4277360" cy="369332"/>
          </a:xfrm>
          <a:prstGeom prst="rect">
            <a:avLst/>
          </a:prstGeom>
          <a:noFill/>
        </p:spPr>
        <p:txBody>
          <a:bodyPr wrap="square" rtlCol="0">
            <a:spAutoFit/>
          </a:bodyPr>
          <a:lstStyle/>
          <a:p>
            <a:endParaRPr lang="en-US" dirty="0"/>
          </a:p>
        </p:txBody>
      </p:sp>
      <p:graphicFrame>
        <p:nvGraphicFramePr>
          <p:cNvPr id="6" name="Table 5">
            <a:extLst>
              <a:ext uri="{FF2B5EF4-FFF2-40B4-BE49-F238E27FC236}">
                <a16:creationId xmlns:a16="http://schemas.microsoft.com/office/drawing/2014/main" id="{28931DC0-36ED-8883-5CCB-6027A198BEFA}"/>
              </a:ext>
            </a:extLst>
          </p:cNvPr>
          <p:cNvGraphicFramePr>
            <a:graphicFrameLocks noGrp="1"/>
          </p:cNvGraphicFramePr>
          <p:nvPr>
            <p:extLst>
              <p:ext uri="{D42A27DB-BD31-4B8C-83A1-F6EECF244321}">
                <p14:modId xmlns:p14="http://schemas.microsoft.com/office/powerpoint/2010/main" val="3128224846"/>
              </p:ext>
            </p:extLst>
          </p:nvPr>
        </p:nvGraphicFramePr>
        <p:xfrm>
          <a:off x="766589" y="2546255"/>
          <a:ext cx="8279088" cy="4169783"/>
        </p:xfrm>
        <a:graphic>
          <a:graphicData uri="http://schemas.openxmlformats.org/drawingml/2006/table">
            <a:tbl>
              <a:tblPr firstRow="1" bandRow="1">
                <a:tableStyleId>{5C22544A-7EE6-4342-B048-85BDC9FD1C3A}</a:tableStyleId>
              </a:tblPr>
              <a:tblGrid>
                <a:gridCol w="2851682">
                  <a:extLst>
                    <a:ext uri="{9D8B030D-6E8A-4147-A177-3AD203B41FA5}">
                      <a16:colId xmlns:a16="http://schemas.microsoft.com/office/drawing/2014/main" val="855580879"/>
                    </a:ext>
                  </a:extLst>
                </a:gridCol>
                <a:gridCol w="5427406">
                  <a:extLst>
                    <a:ext uri="{9D8B030D-6E8A-4147-A177-3AD203B41FA5}">
                      <a16:colId xmlns:a16="http://schemas.microsoft.com/office/drawing/2014/main" val="1732957584"/>
                    </a:ext>
                  </a:extLst>
                </a:gridCol>
              </a:tblGrid>
              <a:tr h="375203">
                <a:tc>
                  <a:txBody>
                    <a:bodyPr/>
                    <a:lstStyle/>
                    <a:p>
                      <a:pPr algn="ctr"/>
                      <a:r>
                        <a:rPr lang="en-US" dirty="0"/>
                        <a:t>Link</a:t>
                      </a:r>
                    </a:p>
                  </a:txBody>
                  <a:tcPr/>
                </a:tc>
                <a:tc>
                  <a:txBody>
                    <a:bodyPr/>
                    <a:lstStyle/>
                    <a:p>
                      <a:pPr algn="ctr"/>
                      <a:endParaRPr lang="en-US" dirty="0"/>
                    </a:p>
                  </a:txBody>
                  <a:tcPr/>
                </a:tc>
                <a:extLst>
                  <a:ext uri="{0D108BD9-81ED-4DB2-BD59-A6C34878D82A}">
                    <a16:rowId xmlns:a16="http://schemas.microsoft.com/office/drawing/2014/main" val="1308580850"/>
                  </a:ext>
                </a:extLst>
              </a:tr>
              <a:tr h="647610">
                <a:tc>
                  <a:txBody>
                    <a:bodyPr/>
                    <a:lstStyle/>
                    <a:p>
                      <a:pPr marL="285750" indent="-285750" algn="l">
                        <a:buFont typeface="Arial" panose="020B0604020202020204" pitchFamily="34" charset="0"/>
                        <a:buChar char="•"/>
                      </a:pPr>
                      <a:r>
                        <a:rPr lang="en-US" sz="1800" b="0" i="0" kern="1200" dirty="0">
                          <a:solidFill>
                            <a:schemeClr val="dk1"/>
                          </a:solidFill>
                          <a:effectLst/>
                          <a:latin typeface="+mn-lt"/>
                          <a:ea typeface="+mn-ea"/>
                          <a:cs typeface="+mn-cs"/>
                          <a:hlinkClick r:id="rId4"/>
                        </a:rPr>
                        <a:t>Inbet.com</a:t>
                      </a:r>
                      <a:endParaRPr lang="en-US" dirty="0"/>
                    </a:p>
                  </a:txBody>
                  <a:tcPr anchor="ctr"/>
                </a:tc>
                <a:tc>
                  <a:txBody>
                    <a:bodyPr/>
                    <a:lstStyle/>
                    <a:p>
                      <a:pPr algn="l"/>
                      <a:r>
                        <a:rPr lang="en-US" sz="1800" b="0" i="0" kern="1200" dirty="0">
                          <a:solidFill>
                            <a:schemeClr val="accent2">
                              <a:lumMod val="75000"/>
                            </a:schemeClr>
                          </a:solidFill>
                          <a:effectLst/>
                          <a:latin typeface="+mn-lt"/>
                          <a:ea typeface="+mn-ea"/>
                          <a:cs typeface="+mn-cs"/>
                        </a:rPr>
                        <a:t>Take the time to review the website and all its verticals (Sports, Casino, Offers, etc.).</a:t>
                      </a:r>
                      <a:endParaRPr lang="en-US" dirty="0">
                        <a:solidFill>
                          <a:schemeClr val="accent2">
                            <a:lumMod val="75000"/>
                          </a:schemeClr>
                        </a:solidFill>
                      </a:endParaRPr>
                    </a:p>
                  </a:txBody>
                  <a:tcPr/>
                </a:tc>
                <a:extLst>
                  <a:ext uri="{0D108BD9-81ED-4DB2-BD59-A6C34878D82A}">
                    <a16:rowId xmlns:a16="http://schemas.microsoft.com/office/drawing/2014/main" val="1346023875"/>
                  </a:ext>
                </a:extLst>
              </a:tr>
              <a:tr h="647610">
                <a:tc>
                  <a:txBody>
                    <a:bodyPr/>
                    <a:lstStyle/>
                    <a:p>
                      <a:pPr marL="285750" indent="-285750" algn="l">
                        <a:buFont typeface="Arial" panose="020B0604020202020204" pitchFamily="34" charset="0"/>
                        <a:buChar char="•"/>
                      </a:pPr>
                      <a:r>
                        <a:rPr lang="en-US" dirty="0">
                          <a:hlinkClick r:id="rId5"/>
                        </a:rPr>
                        <a:t>General T&amp;Cs</a:t>
                      </a:r>
                      <a:endParaRPr lang="en-US" dirty="0"/>
                    </a:p>
                  </a:txBody>
                  <a:tcPr anchor="ctr"/>
                </a:tc>
                <a:tc>
                  <a:txBody>
                    <a:bodyPr/>
                    <a:lstStyle/>
                    <a:p>
                      <a:pPr algn="l"/>
                      <a:r>
                        <a:rPr lang="en-US" dirty="0">
                          <a:solidFill>
                            <a:schemeClr val="accent2">
                              <a:lumMod val="75000"/>
                            </a:schemeClr>
                          </a:solidFill>
                        </a:rPr>
                        <a:t>Make sure that you are well acquainted with our general T&amp;Cs as they are a focal point for all departments.</a:t>
                      </a:r>
                    </a:p>
                  </a:txBody>
                  <a:tcPr/>
                </a:tc>
                <a:extLst>
                  <a:ext uri="{0D108BD9-81ED-4DB2-BD59-A6C34878D82A}">
                    <a16:rowId xmlns:a16="http://schemas.microsoft.com/office/drawing/2014/main" val="865007274"/>
                  </a:ext>
                </a:extLst>
              </a:tr>
              <a:tr h="647610">
                <a:tc>
                  <a:txBody>
                    <a:bodyPr/>
                    <a:lstStyle/>
                    <a:p>
                      <a:pPr marL="285750" indent="-285750" algn="l">
                        <a:buFont typeface="Arial" panose="020B0604020202020204" pitchFamily="34" charset="0"/>
                        <a:buChar char="•"/>
                      </a:pPr>
                      <a:r>
                        <a:rPr lang="en-US" dirty="0">
                          <a:hlinkClick r:id="rId6"/>
                        </a:rPr>
                        <a:t>Landing page</a:t>
                      </a:r>
                      <a:endParaRPr lang="en-US" dirty="0"/>
                    </a:p>
                  </a:txBody>
                  <a:tcPr anchor="ctr"/>
                </a:tc>
                <a:tc>
                  <a:txBody>
                    <a:bodyPr/>
                    <a:lstStyle/>
                    <a:p>
                      <a:pPr algn="l"/>
                      <a:r>
                        <a:rPr lang="en-US" dirty="0">
                          <a:solidFill>
                            <a:schemeClr val="accent2">
                              <a:lumMod val="75000"/>
                            </a:schemeClr>
                          </a:solidFill>
                        </a:rPr>
                        <a:t>The Landing page gives information about our current biggest promotion. </a:t>
                      </a:r>
                    </a:p>
                  </a:txBody>
                  <a:tcPr/>
                </a:tc>
                <a:extLst>
                  <a:ext uri="{0D108BD9-81ED-4DB2-BD59-A6C34878D82A}">
                    <a16:rowId xmlns:a16="http://schemas.microsoft.com/office/drawing/2014/main" val="2421129876"/>
                  </a:ext>
                </a:extLst>
              </a:tr>
              <a:tr h="400902">
                <a:tc>
                  <a:txBody>
                    <a:bodyPr/>
                    <a:lstStyle/>
                    <a:p>
                      <a:pPr marL="285750" indent="-285750" algn="l" fontAlgn="t">
                        <a:buFont typeface="Arial" panose="020B0604020202020204" pitchFamily="34" charset="0"/>
                        <a:buChar char="•"/>
                      </a:pPr>
                      <a:r>
                        <a:rPr lang="en-US" b="0" dirty="0">
                          <a:effectLst/>
                          <a:latin typeface="+mn-lt"/>
                          <a:hlinkClick r:id="rId7"/>
                        </a:rPr>
                        <a:t>Offers</a:t>
                      </a:r>
                      <a:endParaRPr lang="en-US" b="0" dirty="0">
                        <a:effectLst/>
                        <a:latin typeface="+mn-lt"/>
                      </a:endParaRPr>
                    </a:p>
                  </a:txBody>
                  <a:tcPr marL="60960" marR="60960" marT="60960" marB="60960" anchor="ctr"/>
                </a:tc>
                <a:tc>
                  <a:txBody>
                    <a:bodyPr/>
                    <a:lstStyle/>
                    <a:p>
                      <a:pPr algn="l" fontAlgn="t">
                        <a:buNone/>
                      </a:pPr>
                      <a:r>
                        <a:rPr lang="en-US" b="0" dirty="0">
                          <a:solidFill>
                            <a:schemeClr val="accent2">
                              <a:lumMod val="75000"/>
                            </a:schemeClr>
                          </a:solidFill>
                          <a:effectLst/>
                          <a:latin typeface="+mn-lt"/>
                        </a:rPr>
                        <a:t>Check the offers and their respective T&amp;Cs in order to familiarize yourself with our usual terms.</a:t>
                      </a:r>
                    </a:p>
                  </a:txBody>
                  <a:tcPr marL="60960" marR="60960" marT="60960" marB="60960"/>
                </a:tc>
                <a:extLst>
                  <a:ext uri="{0D108BD9-81ED-4DB2-BD59-A6C34878D82A}">
                    <a16:rowId xmlns:a16="http://schemas.microsoft.com/office/drawing/2014/main" val="1398466359"/>
                  </a:ext>
                </a:extLst>
              </a:tr>
              <a:tr h="375203">
                <a:tc>
                  <a:txBody>
                    <a:bodyPr/>
                    <a:lstStyle/>
                    <a:p>
                      <a:pPr marL="285750" indent="-285750" algn="l">
                        <a:buFont typeface="Arial" panose="020B0604020202020204" pitchFamily="34" charset="0"/>
                        <a:buChar char="•"/>
                      </a:pPr>
                      <a:r>
                        <a:rPr lang="en-US" dirty="0">
                          <a:hlinkClick r:id="rId8"/>
                        </a:rPr>
                        <a:t>Create a test account</a:t>
                      </a:r>
                      <a:endParaRPr lang="en-US" dirty="0"/>
                    </a:p>
                  </a:txBody>
                  <a:tcPr anchor="ctr"/>
                </a:tc>
                <a:tc>
                  <a:txBody>
                    <a:bodyPr/>
                    <a:lstStyle/>
                    <a:p>
                      <a:pPr algn="l"/>
                      <a:r>
                        <a:rPr lang="en-US" dirty="0">
                          <a:solidFill>
                            <a:schemeClr val="accent2">
                              <a:lumMod val="75000"/>
                            </a:schemeClr>
                          </a:solidFill>
                        </a:rPr>
                        <a:t>You can create a test account with your work e-mail in order to view the website from a customer’s perspective.</a:t>
                      </a:r>
                    </a:p>
                  </a:txBody>
                  <a:tcPr/>
                </a:tc>
                <a:extLst>
                  <a:ext uri="{0D108BD9-81ED-4DB2-BD59-A6C34878D82A}">
                    <a16:rowId xmlns:a16="http://schemas.microsoft.com/office/drawing/2014/main" val="3482895043"/>
                  </a:ext>
                </a:extLst>
              </a:tr>
            </a:tbl>
          </a:graphicData>
        </a:graphic>
      </p:graphicFrame>
      <p:sp>
        <p:nvSpPr>
          <p:cNvPr id="3" name="TextBox 2">
            <a:extLst>
              <a:ext uri="{FF2B5EF4-FFF2-40B4-BE49-F238E27FC236}">
                <a16:creationId xmlns:a16="http://schemas.microsoft.com/office/drawing/2014/main" id="{2C3FDAE8-BFB0-E089-2F87-8ED627D2D745}"/>
              </a:ext>
            </a:extLst>
          </p:cNvPr>
          <p:cNvSpPr txBox="1"/>
          <p:nvPr/>
        </p:nvSpPr>
        <p:spPr>
          <a:xfrm>
            <a:off x="766589" y="1899924"/>
            <a:ext cx="6479458" cy="646331"/>
          </a:xfrm>
          <a:prstGeom prst="rect">
            <a:avLst/>
          </a:prstGeom>
          <a:noFill/>
        </p:spPr>
        <p:txBody>
          <a:bodyPr wrap="square" rtlCol="0">
            <a:spAutoFit/>
          </a:bodyPr>
          <a:lstStyle/>
          <a:p>
            <a:r>
              <a:rPr lang="en-US" dirty="0"/>
              <a:t>In order to get to know </a:t>
            </a:r>
            <a:r>
              <a:rPr lang="en-US" dirty="0" err="1"/>
              <a:t>Inbet</a:t>
            </a:r>
            <a:r>
              <a:rPr lang="en-US" dirty="0"/>
              <a:t> Online better, you can go through the following main points:</a:t>
            </a:r>
          </a:p>
        </p:txBody>
      </p:sp>
    </p:spTree>
    <p:extLst>
      <p:ext uri="{BB962C8B-B14F-4D97-AF65-F5344CB8AC3E}">
        <p14:creationId xmlns:p14="http://schemas.microsoft.com/office/powerpoint/2010/main" val="1812209790"/>
      </p:ext>
    </p:extLst>
  </p:cSld>
  <p:clrMapOvr>
    <a:masterClrMapping/>
  </p:clrMapOvr>
  <mc:AlternateContent xmlns:mc="http://schemas.openxmlformats.org/markup-compatibility/2006" xmlns:p14="http://schemas.microsoft.com/office/powerpoint/2010/main">
    <mc:Choice Requires="p14">
      <p:transition spd="slow" p14:dur="125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000"/>
            <a:lum/>
          </a:blip>
          <a:srcRect/>
          <a:stretch>
            <a:fillRect/>
          </a:stretch>
        </a:blipFill>
        <a:effectLst/>
      </p:bgPr>
    </p:bg>
    <p:spTree>
      <p:nvGrpSpPr>
        <p:cNvPr id="1" name="">
          <a:extLst>
            <a:ext uri="{FF2B5EF4-FFF2-40B4-BE49-F238E27FC236}">
              <a16:creationId xmlns:a16="http://schemas.microsoft.com/office/drawing/2014/main" id="{527B5633-98D0-76DB-9EF2-C43DD8CA8F61}"/>
            </a:ext>
          </a:extLst>
        </p:cNvPr>
        <p:cNvGrpSpPr/>
        <p:nvPr/>
      </p:nvGrpSpPr>
      <p:grpSpPr>
        <a:xfrm>
          <a:off x="0" y="0"/>
          <a:ext cx="0" cy="0"/>
          <a:chOff x="0" y="0"/>
          <a:chExt cx="0" cy="0"/>
        </a:xfrm>
      </p:grpSpPr>
      <p:pic>
        <p:nvPicPr>
          <p:cNvPr id="1028" name="Picture 4" descr="A blue and yellow circle with yellow text&#10;&#10;AI-generated content may be incorrect.">
            <a:extLst>
              <a:ext uri="{FF2B5EF4-FFF2-40B4-BE49-F238E27FC236}">
                <a16:creationId xmlns:a16="http://schemas.microsoft.com/office/drawing/2014/main" id="{978BFD6F-6C93-EC8C-25D2-B97741A41B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BC5D74-7F6D-C521-C46C-550E33931D53}"/>
              </a:ext>
            </a:extLst>
          </p:cNvPr>
          <p:cNvSpPr>
            <a:spLocks noGrp="1"/>
          </p:cNvSpPr>
          <p:nvPr>
            <p:ph type="ctrTitle"/>
          </p:nvPr>
        </p:nvSpPr>
        <p:spPr>
          <a:xfrm>
            <a:off x="2293812" y="1415437"/>
            <a:ext cx="7766936" cy="1646302"/>
          </a:xfrm>
        </p:spPr>
        <p:txBody>
          <a:bodyPr/>
          <a:lstStyle/>
          <a:p>
            <a:pPr algn="ctr"/>
            <a:r>
              <a:rPr lang="en-US" dirty="0">
                <a:solidFill>
                  <a:srgbClr val="F4EE00"/>
                </a:solidFill>
              </a:rPr>
              <a:t>Welcome to</a:t>
            </a:r>
            <a:br>
              <a:rPr lang="en-US" dirty="0">
                <a:solidFill>
                  <a:srgbClr val="F4EE00"/>
                </a:solidFill>
              </a:rPr>
            </a:br>
            <a:r>
              <a:rPr lang="en-US" dirty="0">
                <a:solidFill>
                  <a:srgbClr val="F4EE00"/>
                </a:solidFill>
              </a:rPr>
              <a:t> your new role</a:t>
            </a:r>
            <a:br>
              <a:rPr lang="en-US" dirty="0">
                <a:solidFill>
                  <a:srgbClr val="F4EE00"/>
                </a:solidFill>
              </a:rPr>
            </a:br>
            <a:r>
              <a:rPr lang="en-US" sz="2800" dirty="0">
                <a:solidFill>
                  <a:srgbClr val="F4EE00"/>
                </a:solidFill>
              </a:rPr>
              <a:t>at</a:t>
            </a:r>
            <a:endParaRPr lang="en-US" dirty="0">
              <a:solidFill>
                <a:srgbClr val="F4EE00"/>
              </a:solidFill>
            </a:endParaRPr>
          </a:p>
        </p:txBody>
      </p:sp>
    </p:spTree>
    <p:extLst>
      <p:ext uri="{BB962C8B-B14F-4D97-AF65-F5344CB8AC3E}">
        <p14:creationId xmlns:p14="http://schemas.microsoft.com/office/powerpoint/2010/main" val="355558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Custom 22">
      <a:dk1>
        <a:srgbClr val="17406D"/>
      </a:dk1>
      <a:lt1>
        <a:sysClr val="window" lastClr="FFFFFF"/>
      </a:lt1>
      <a:dk2>
        <a:srgbClr val="17406D"/>
      </a:dk2>
      <a:lt2>
        <a:srgbClr val="DBEFF9"/>
      </a:lt2>
      <a:accent1>
        <a:srgbClr val="324DD2"/>
      </a:accent1>
      <a:accent2>
        <a:srgbClr val="324DD2"/>
      </a:accent2>
      <a:accent3>
        <a:srgbClr val="ADB7EC"/>
      </a:accent3>
      <a:accent4>
        <a:srgbClr val="23389F"/>
      </a:accent4>
      <a:accent5>
        <a:srgbClr val="ADB7EC"/>
      </a:accent5>
      <a:accent6>
        <a:srgbClr val="8494E4"/>
      </a:accent6>
      <a:hlink>
        <a:srgbClr val="324DD2"/>
      </a:hlink>
      <a:folHlink>
        <a:srgbClr val="23389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786</TotalTime>
  <Words>1713</Words>
  <Application>Microsoft Office PowerPoint</Application>
  <PresentationFormat>Widescreen</PresentationFormat>
  <Paragraphs>288</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Atlassian Sans</vt:lpstr>
      <vt:lpstr>Trebuchet MS</vt:lpstr>
      <vt:lpstr>Wingdings 3</vt:lpstr>
      <vt:lpstr>Facet</vt:lpstr>
      <vt:lpstr>          Welcome to</vt:lpstr>
      <vt:lpstr>Introduction</vt:lpstr>
      <vt:lpstr>Inbet Teams</vt:lpstr>
      <vt:lpstr>Inbet Teams</vt:lpstr>
      <vt:lpstr>Inbet Teams</vt:lpstr>
      <vt:lpstr>Inbet Teams</vt:lpstr>
      <vt:lpstr>Inbet Teams</vt:lpstr>
      <vt:lpstr>Inbet Teams</vt:lpstr>
      <vt:lpstr>Inbet Teams</vt:lpstr>
      <vt:lpstr>Inbet Teams</vt:lpstr>
      <vt:lpstr>Inbet Teams</vt:lpstr>
      <vt:lpstr>Inbet Teams</vt:lpstr>
      <vt:lpstr>Inbet Teams</vt:lpstr>
      <vt:lpstr>C-level management</vt:lpstr>
      <vt:lpstr>PowerPoint Presentation</vt:lpstr>
      <vt:lpstr>PowerPoint Presentation</vt:lpstr>
      <vt:lpstr>PowerPoint Presentation</vt:lpstr>
      <vt:lpstr>Best Practices</vt:lpstr>
      <vt:lpstr>PowerPoint Presentation</vt:lpstr>
      <vt:lpstr>Access and permissions</vt:lpstr>
      <vt:lpstr>Access and permissions</vt:lpstr>
      <vt:lpstr>First steps in getting to know Inbet</vt:lpstr>
      <vt:lpstr>Welcome to  your new role 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Adriana Koleva</dc:creator>
  <cp:lastModifiedBy>Adriana Koleva</cp:lastModifiedBy>
  <cp:revision>24</cp:revision>
  <dcterms:created xsi:type="dcterms:W3CDTF">2025-08-12T11:29:57Z</dcterms:created>
  <dcterms:modified xsi:type="dcterms:W3CDTF">2026-06-17T08:48:59Z</dcterms:modified>
</cp:coreProperties>
</file>